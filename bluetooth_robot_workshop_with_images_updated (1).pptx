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82" r:id="rId1"/>
  </p:sldMasterIdLst>
  <p:sldIdLst>
    <p:sldId id="256" r:id="rId2"/>
    <p:sldId id="257" r:id="rId3"/>
    <p:sldId id="258" r:id="rId4"/>
    <p:sldId id="272" r:id="rId5"/>
    <p:sldId id="273" r:id="rId6"/>
    <p:sldId id="259" r:id="rId7"/>
    <p:sldId id="260" r:id="rId8"/>
    <p:sldId id="261" r:id="rId9"/>
    <p:sldId id="262" r:id="rId10"/>
    <p:sldId id="265" r:id="rId11"/>
    <p:sldId id="266" r:id="rId12"/>
    <p:sldId id="267" r:id="rId13"/>
    <p:sldId id="269" r:id="rId14"/>
    <p:sldId id="270" r:id="rId15"/>
    <p:sldId id="275" r:id="rId16"/>
    <p:sldId id="274" r:id="rId17"/>
    <p:sldId id="264"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4" d="100"/>
          <a:sy n="84" d="100"/>
        </p:scale>
        <p:origin x="1426" y="7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EEFC699-8E5C-48CE-9252-48876A4E61D1}"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IN"/>
        </a:p>
      </dgm:t>
    </dgm:pt>
    <dgm:pt modelId="{72DE547B-9C0C-4325-BB29-759F2BD59886}">
      <dgm:prSet/>
      <dgm:spPr/>
      <dgm:t>
        <a:bodyPr/>
        <a:lstStyle/>
        <a:p>
          <a:r>
            <a:rPr lang="en-US"/>
            <a:t>There are two working concepts behind controlling the speed and the direction of a DC motor. Pulse width modulation is used to control the speed of the motor. H-bridge connections are used to change the direction of the motor.</a:t>
          </a:r>
          <a:endParaRPr lang="en-IN"/>
        </a:p>
      </dgm:t>
    </dgm:pt>
    <dgm:pt modelId="{93BB7895-7C48-4B3D-8D5F-23550891C661}" type="parTrans" cxnId="{192D9E2A-C6C7-4EC8-A2CE-57EE5D0284E9}">
      <dgm:prSet/>
      <dgm:spPr/>
      <dgm:t>
        <a:bodyPr/>
        <a:lstStyle/>
        <a:p>
          <a:endParaRPr lang="en-IN"/>
        </a:p>
      </dgm:t>
    </dgm:pt>
    <dgm:pt modelId="{DDDA78EE-360A-4CF4-9B00-F65FD4A2AAB5}" type="sibTrans" cxnId="{192D9E2A-C6C7-4EC8-A2CE-57EE5D0284E9}">
      <dgm:prSet/>
      <dgm:spPr/>
      <dgm:t>
        <a:bodyPr/>
        <a:lstStyle/>
        <a:p>
          <a:endParaRPr lang="en-IN"/>
        </a:p>
      </dgm:t>
    </dgm:pt>
    <dgm:pt modelId="{0839881C-1152-4A65-BB76-6B3BD23C03CF}">
      <dgm:prSet/>
      <dgm:spPr/>
      <dgm:t>
        <a:bodyPr/>
        <a:lstStyle/>
        <a:p>
          <a:r>
            <a:rPr lang="en-US"/>
            <a:t>In pulse width modulation, the voltage is varied by sending a series of ON-OFF pulses. </a:t>
          </a:r>
          <a:endParaRPr lang="en-IN"/>
        </a:p>
      </dgm:t>
    </dgm:pt>
    <dgm:pt modelId="{E43F1698-987C-47C4-BCA6-174A1465638F}" type="parTrans" cxnId="{D54E81DB-4AA9-453E-AB2B-AF0FD1040D43}">
      <dgm:prSet/>
      <dgm:spPr/>
      <dgm:t>
        <a:bodyPr/>
        <a:lstStyle/>
        <a:p>
          <a:endParaRPr lang="en-IN"/>
        </a:p>
      </dgm:t>
    </dgm:pt>
    <dgm:pt modelId="{32AB41CA-10E0-40CF-900D-38CE846FFF4E}" type="sibTrans" cxnId="{D54E81DB-4AA9-453E-AB2B-AF0FD1040D43}">
      <dgm:prSet/>
      <dgm:spPr/>
      <dgm:t>
        <a:bodyPr/>
        <a:lstStyle/>
        <a:p>
          <a:endParaRPr lang="en-IN"/>
        </a:p>
      </dgm:t>
    </dgm:pt>
    <dgm:pt modelId="{590E992A-0331-49CE-8D5B-6F782741B499}">
      <dgm:prSet/>
      <dgm:spPr/>
      <dgm:t>
        <a:bodyPr/>
        <a:lstStyle/>
        <a:p>
          <a:r>
            <a:rPr lang="en-US"/>
            <a:t>The average voltage during the PWM depends on the duty cycle. The higher the duty cycle is, the higher the average voltage is and the lower the duty cycle is, the lower the average voltage. The relation between duty cycle and average voltage is shown in the below picture. </a:t>
          </a:r>
          <a:endParaRPr lang="en-IN"/>
        </a:p>
      </dgm:t>
    </dgm:pt>
    <dgm:pt modelId="{FCC64D14-41D7-4268-A92E-4377C436DE35}" type="parTrans" cxnId="{33F1D223-4C69-4B05-AD00-728CD402833B}">
      <dgm:prSet/>
      <dgm:spPr/>
      <dgm:t>
        <a:bodyPr/>
        <a:lstStyle/>
        <a:p>
          <a:endParaRPr lang="en-IN"/>
        </a:p>
      </dgm:t>
    </dgm:pt>
    <dgm:pt modelId="{9CCA009F-23BE-49D7-BDC4-FDB4044D6E7B}" type="sibTrans" cxnId="{33F1D223-4C69-4B05-AD00-728CD402833B}">
      <dgm:prSet/>
      <dgm:spPr/>
      <dgm:t>
        <a:bodyPr/>
        <a:lstStyle/>
        <a:p>
          <a:endParaRPr lang="en-IN"/>
        </a:p>
      </dgm:t>
    </dgm:pt>
    <dgm:pt modelId="{A2625088-5AC1-4C26-9355-550E4D59E357}" type="pres">
      <dgm:prSet presAssocID="{CEEFC699-8E5C-48CE-9252-48876A4E61D1}" presName="linear" presStyleCnt="0">
        <dgm:presLayoutVars>
          <dgm:animLvl val="lvl"/>
          <dgm:resizeHandles val="exact"/>
        </dgm:presLayoutVars>
      </dgm:prSet>
      <dgm:spPr/>
    </dgm:pt>
    <dgm:pt modelId="{937DE426-7D88-4C1B-9724-7E9754E72069}" type="pres">
      <dgm:prSet presAssocID="{72DE547B-9C0C-4325-BB29-759F2BD59886}" presName="parentText" presStyleLbl="node1" presStyleIdx="0" presStyleCnt="3">
        <dgm:presLayoutVars>
          <dgm:chMax val="0"/>
          <dgm:bulletEnabled val="1"/>
        </dgm:presLayoutVars>
      </dgm:prSet>
      <dgm:spPr/>
    </dgm:pt>
    <dgm:pt modelId="{4093E9CA-7CD6-4824-82B6-DA2F9DE63736}" type="pres">
      <dgm:prSet presAssocID="{DDDA78EE-360A-4CF4-9B00-F65FD4A2AAB5}" presName="spacer" presStyleCnt="0"/>
      <dgm:spPr/>
    </dgm:pt>
    <dgm:pt modelId="{6458F864-00FD-4EAC-A7B4-92FCFDE869DB}" type="pres">
      <dgm:prSet presAssocID="{0839881C-1152-4A65-BB76-6B3BD23C03CF}" presName="parentText" presStyleLbl="node1" presStyleIdx="1" presStyleCnt="3">
        <dgm:presLayoutVars>
          <dgm:chMax val="0"/>
          <dgm:bulletEnabled val="1"/>
        </dgm:presLayoutVars>
      </dgm:prSet>
      <dgm:spPr/>
    </dgm:pt>
    <dgm:pt modelId="{72894AF1-B407-48BF-89F6-E1F383CDFB76}" type="pres">
      <dgm:prSet presAssocID="{32AB41CA-10E0-40CF-900D-38CE846FFF4E}" presName="spacer" presStyleCnt="0"/>
      <dgm:spPr/>
    </dgm:pt>
    <dgm:pt modelId="{6425EC20-DF78-4764-9FF4-78CD34EBAA95}" type="pres">
      <dgm:prSet presAssocID="{590E992A-0331-49CE-8D5B-6F782741B499}" presName="parentText" presStyleLbl="node1" presStyleIdx="2" presStyleCnt="3">
        <dgm:presLayoutVars>
          <dgm:chMax val="0"/>
          <dgm:bulletEnabled val="1"/>
        </dgm:presLayoutVars>
      </dgm:prSet>
      <dgm:spPr/>
    </dgm:pt>
  </dgm:ptLst>
  <dgm:cxnLst>
    <dgm:cxn modelId="{AF702602-D650-444B-A30C-E53687F4A512}" type="presOf" srcId="{0839881C-1152-4A65-BB76-6B3BD23C03CF}" destId="{6458F864-00FD-4EAC-A7B4-92FCFDE869DB}" srcOrd="0" destOrd="0" presId="urn:microsoft.com/office/officeart/2005/8/layout/vList2"/>
    <dgm:cxn modelId="{33F1D223-4C69-4B05-AD00-728CD402833B}" srcId="{CEEFC699-8E5C-48CE-9252-48876A4E61D1}" destId="{590E992A-0331-49CE-8D5B-6F782741B499}" srcOrd="2" destOrd="0" parTransId="{FCC64D14-41D7-4268-A92E-4377C436DE35}" sibTransId="{9CCA009F-23BE-49D7-BDC4-FDB4044D6E7B}"/>
    <dgm:cxn modelId="{192D9E2A-C6C7-4EC8-A2CE-57EE5D0284E9}" srcId="{CEEFC699-8E5C-48CE-9252-48876A4E61D1}" destId="{72DE547B-9C0C-4325-BB29-759F2BD59886}" srcOrd="0" destOrd="0" parTransId="{93BB7895-7C48-4B3D-8D5F-23550891C661}" sibTransId="{DDDA78EE-360A-4CF4-9B00-F65FD4A2AAB5}"/>
    <dgm:cxn modelId="{538D5A74-420A-4947-9447-0E09A05A50A7}" type="presOf" srcId="{590E992A-0331-49CE-8D5B-6F782741B499}" destId="{6425EC20-DF78-4764-9FF4-78CD34EBAA95}" srcOrd="0" destOrd="0" presId="urn:microsoft.com/office/officeart/2005/8/layout/vList2"/>
    <dgm:cxn modelId="{B74B4998-8433-4FFC-8A52-77E17CEC4DE9}" type="presOf" srcId="{CEEFC699-8E5C-48CE-9252-48876A4E61D1}" destId="{A2625088-5AC1-4C26-9355-550E4D59E357}" srcOrd="0" destOrd="0" presId="urn:microsoft.com/office/officeart/2005/8/layout/vList2"/>
    <dgm:cxn modelId="{F522D4D5-619D-4107-BA8A-96B913158064}" type="presOf" srcId="{72DE547B-9C0C-4325-BB29-759F2BD59886}" destId="{937DE426-7D88-4C1B-9724-7E9754E72069}" srcOrd="0" destOrd="0" presId="urn:microsoft.com/office/officeart/2005/8/layout/vList2"/>
    <dgm:cxn modelId="{D54E81DB-4AA9-453E-AB2B-AF0FD1040D43}" srcId="{CEEFC699-8E5C-48CE-9252-48876A4E61D1}" destId="{0839881C-1152-4A65-BB76-6B3BD23C03CF}" srcOrd="1" destOrd="0" parTransId="{E43F1698-987C-47C4-BCA6-174A1465638F}" sibTransId="{32AB41CA-10E0-40CF-900D-38CE846FFF4E}"/>
    <dgm:cxn modelId="{56CAF175-6D40-43C7-AFE5-472BEC693757}" type="presParOf" srcId="{A2625088-5AC1-4C26-9355-550E4D59E357}" destId="{937DE426-7D88-4C1B-9724-7E9754E72069}" srcOrd="0" destOrd="0" presId="urn:microsoft.com/office/officeart/2005/8/layout/vList2"/>
    <dgm:cxn modelId="{5B988D3D-2C6E-43BB-8FF3-A66AEC807827}" type="presParOf" srcId="{A2625088-5AC1-4C26-9355-550E4D59E357}" destId="{4093E9CA-7CD6-4824-82B6-DA2F9DE63736}" srcOrd="1" destOrd="0" presId="urn:microsoft.com/office/officeart/2005/8/layout/vList2"/>
    <dgm:cxn modelId="{9EE0CD8C-0710-4896-B162-7D090F45732E}" type="presParOf" srcId="{A2625088-5AC1-4C26-9355-550E4D59E357}" destId="{6458F864-00FD-4EAC-A7B4-92FCFDE869DB}" srcOrd="2" destOrd="0" presId="urn:microsoft.com/office/officeart/2005/8/layout/vList2"/>
    <dgm:cxn modelId="{FE4BF3CE-496A-4CF6-9338-DA99FDCA75BA}" type="presParOf" srcId="{A2625088-5AC1-4C26-9355-550E4D59E357}" destId="{72894AF1-B407-48BF-89F6-E1F383CDFB76}" srcOrd="3" destOrd="0" presId="urn:microsoft.com/office/officeart/2005/8/layout/vList2"/>
    <dgm:cxn modelId="{25EA9CAC-F28C-4887-97C2-94134095C923}" type="presParOf" srcId="{A2625088-5AC1-4C26-9355-550E4D59E357}" destId="{6425EC20-DF78-4764-9FF4-78CD34EBAA95}"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1D2C594-05F0-48B1-9787-E04D595659E0}"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IN"/>
        </a:p>
      </dgm:t>
    </dgm:pt>
    <dgm:pt modelId="{F826885A-EB45-4C73-B232-AD98E385469B}">
      <dgm:prSet/>
      <dgm:spPr/>
      <dgm:t>
        <a:bodyPr/>
        <a:lstStyle/>
        <a:p>
          <a:r>
            <a:rPr lang="en-US" b="1" i="0" baseline="0"/>
            <a:t>f = Forward</a:t>
          </a:r>
          <a:r>
            <a:rPr lang="en-US"/>
            <a:t> -</a:t>
          </a:r>
          <a:r>
            <a:rPr lang="en-US" b="0" i="0" baseline="0"/>
            <a:t>Moves the robot in the forward direction by rotating both motors ahead. </a:t>
          </a:r>
          <a:endParaRPr lang="en-IN"/>
        </a:p>
      </dgm:t>
    </dgm:pt>
    <dgm:pt modelId="{80866608-D2FC-4004-B335-8D742F119B81}" type="parTrans" cxnId="{8ADAD69C-F882-49CB-8B8E-5BAC92BAB463}">
      <dgm:prSet/>
      <dgm:spPr/>
      <dgm:t>
        <a:bodyPr/>
        <a:lstStyle/>
        <a:p>
          <a:endParaRPr lang="en-IN"/>
        </a:p>
      </dgm:t>
    </dgm:pt>
    <dgm:pt modelId="{0C63120C-B617-482A-AA1C-BA3B2B094263}" type="sibTrans" cxnId="{8ADAD69C-F882-49CB-8B8E-5BAC92BAB463}">
      <dgm:prSet/>
      <dgm:spPr/>
      <dgm:t>
        <a:bodyPr/>
        <a:lstStyle/>
        <a:p>
          <a:endParaRPr lang="en-IN"/>
        </a:p>
      </dgm:t>
    </dgm:pt>
    <dgm:pt modelId="{4A3CEFB7-0ED3-493D-9AC8-C30F7B35D6E2}">
      <dgm:prSet/>
      <dgm:spPr/>
      <dgm:t>
        <a:bodyPr/>
        <a:lstStyle/>
        <a:p>
          <a:r>
            <a:rPr lang="en-US" b="1" i="0" baseline="0"/>
            <a:t>l = Left -</a:t>
          </a:r>
          <a:r>
            <a:rPr lang="en-US" b="0" i="0" baseline="0"/>
            <a:t>Turns the robot left by slowing/stopping one motor and rotating the other motor. </a:t>
          </a:r>
          <a:endParaRPr lang="en-IN"/>
        </a:p>
      </dgm:t>
    </dgm:pt>
    <dgm:pt modelId="{464C045B-D9E6-4B23-9CCC-D7A8BD1AF63D}" type="parTrans" cxnId="{31B24CE8-AD43-48B8-832B-22170FA82F81}">
      <dgm:prSet/>
      <dgm:spPr/>
      <dgm:t>
        <a:bodyPr/>
        <a:lstStyle/>
        <a:p>
          <a:endParaRPr lang="en-IN"/>
        </a:p>
      </dgm:t>
    </dgm:pt>
    <dgm:pt modelId="{8FDE0533-7A05-4AD5-BFED-6A181EDCC86F}" type="sibTrans" cxnId="{31B24CE8-AD43-48B8-832B-22170FA82F81}">
      <dgm:prSet/>
      <dgm:spPr/>
      <dgm:t>
        <a:bodyPr/>
        <a:lstStyle/>
        <a:p>
          <a:endParaRPr lang="en-IN"/>
        </a:p>
      </dgm:t>
    </dgm:pt>
    <dgm:pt modelId="{62CD1C60-429C-49C3-80D4-3203A7F9D3A6}">
      <dgm:prSet/>
      <dgm:spPr/>
      <dgm:t>
        <a:bodyPr/>
        <a:lstStyle/>
        <a:p>
          <a:r>
            <a:rPr lang="en-US" b="1" i="0" baseline="0"/>
            <a:t>r = Right</a:t>
          </a:r>
          <a:r>
            <a:rPr lang="en-US"/>
            <a:t> -</a:t>
          </a:r>
          <a:r>
            <a:rPr lang="en-US" b="0" i="0" baseline="0"/>
            <a:t>Turns the robot right using opposite motor control logic. </a:t>
          </a:r>
          <a:endParaRPr lang="en-IN"/>
        </a:p>
      </dgm:t>
    </dgm:pt>
    <dgm:pt modelId="{479C5479-9C39-4278-9A37-EB40EDD383B7}" type="parTrans" cxnId="{273ACA66-F4C5-41E9-8AFC-952D11B409B1}">
      <dgm:prSet/>
      <dgm:spPr/>
      <dgm:t>
        <a:bodyPr/>
        <a:lstStyle/>
        <a:p>
          <a:endParaRPr lang="en-IN"/>
        </a:p>
      </dgm:t>
    </dgm:pt>
    <dgm:pt modelId="{237418FC-EE4A-492F-A8AF-EAA3C2D9DE80}" type="sibTrans" cxnId="{273ACA66-F4C5-41E9-8AFC-952D11B409B1}">
      <dgm:prSet/>
      <dgm:spPr/>
      <dgm:t>
        <a:bodyPr/>
        <a:lstStyle/>
        <a:p>
          <a:endParaRPr lang="en-IN"/>
        </a:p>
      </dgm:t>
    </dgm:pt>
    <dgm:pt modelId="{1B6B86B1-C78E-402E-8D72-00CDD061E2B7}">
      <dgm:prSet/>
      <dgm:spPr/>
      <dgm:t>
        <a:bodyPr/>
        <a:lstStyle/>
        <a:p>
          <a:r>
            <a:rPr lang="en-US" b="1" i="0" baseline="0"/>
            <a:t>s = Stop</a:t>
          </a:r>
          <a:r>
            <a:rPr lang="en-US"/>
            <a:t> -</a:t>
          </a:r>
          <a:r>
            <a:rPr lang="en-US" b="0" i="0" baseline="0"/>
            <a:t>Stops all motor movement immediately. </a:t>
          </a:r>
          <a:endParaRPr lang="en-IN"/>
        </a:p>
      </dgm:t>
    </dgm:pt>
    <dgm:pt modelId="{6709F3CF-5657-4D76-B005-3A9D6864CDCA}" type="parTrans" cxnId="{EA8BB3BB-E11A-438A-A4C5-02FFD97A9845}">
      <dgm:prSet/>
      <dgm:spPr/>
      <dgm:t>
        <a:bodyPr/>
        <a:lstStyle/>
        <a:p>
          <a:endParaRPr lang="en-IN"/>
        </a:p>
      </dgm:t>
    </dgm:pt>
    <dgm:pt modelId="{46012396-9E33-47C4-870B-B997362BBD79}" type="sibTrans" cxnId="{EA8BB3BB-E11A-438A-A4C5-02FFD97A9845}">
      <dgm:prSet/>
      <dgm:spPr/>
      <dgm:t>
        <a:bodyPr/>
        <a:lstStyle/>
        <a:p>
          <a:endParaRPr lang="en-IN"/>
        </a:p>
      </dgm:t>
    </dgm:pt>
    <dgm:pt modelId="{138C797E-6D2E-4203-B896-67C066676C8A}" type="pres">
      <dgm:prSet presAssocID="{A1D2C594-05F0-48B1-9787-E04D595659E0}" presName="linear" presStyleCnt="0">
        <dgm:presLayoutVars>
          <dgm:animLvl val="lvl"/>
          <dgm:resizeHandles val="exact"/>
        </dgm:presLayoutVars>
      </dgm:prSet>
      <dgm:spPr/>
    </dgm:pt>
    <dgm:pt modelId="{17927E60-D0FF-4A44-9256-9E384C67082A}" type="pres">
      <dgm:prSet presAssocID="{F826885A-EB45-4C73-B232-AD98E385469B}" presName="parentText" presStyleLbl="node1" presStyleIdx="0" presStyleCnt="4">
        <dgm:presLayoutVars>
          <dgm:chMax val="0"/>
          <dgm:bulletEnabled val="1"/>
        </dgm:presLayoutVars>
      </dgm:prSet>
      <dgm:spPr/>
    </dgm:pt>
    <dgm:pt modelId="{0EA20ADF-A600-44B8-A3E1-BCF8F2C5BD5F}" type="pres">
      <dgm:prSet presAssocID="{0C63120C-B617-482A-AA1C-BA3B2B094263}" presName="spacer" presStyleCnt="0"/>
      <dgm:spPr/>
    </dgm:pt>
    <dgm:pt modelId="{FE86C781-D4D0-4944-8237-AEBC32DB3F02}" type="pres">
      <dgm:prSet presAssocID="{4A3CEFB7-0ED3-493D-9AC8-C30F7B35D6E2}" presName="parentText" presStyleLbl="node1" presStyleIdx="1" presStyleCnt="4">
        <dgm:presLayoutVars>
          <dgm:chMax val="0"/>
          <dgm:bulletEnabled val="1"/>
        </dgm:presLayoutVars>
      </dgm:prSet>
      <dgm:spPr/>
    </dgm:pt>
    <dgm:pt modelId="{AD93219B-CA97-43C6-9D55-F9AB76DBBF6A}" type="pres">
      <dgm:prSet presAssocID="{8FDE0533-7A05-4AD5-BFED-6A181EDCC86F}" presName="spacer" presStyleCnt="0"/>
      <dgm:spPr/>
    </dgm:pt>
    <dgm:pt modelId="{227DC0E4-DFF7-4866-8CA5-939D46225F28}" type="pres">
      <dgm:prSet presAssocID="{62CD1C60-429C-49C3-80D4-3203A7F9D3A6}" presName="parentText" presStyleLbl="node1" presStyleIdx="2" presStyleCnt="4">
        <dgm:presLayoutVars>
          <dgm:chMax val="0"/>
          <dgm:bulletEnabled val="1"/>
        </dgm:presLayoutVars>
      </dgm:prSet>
      <dgm:spPr/>
    </dgm:pt>
    <dgm:pt modelId="{B70D759B-8D1C-4715-89B6-A57F6D518F77}" type="pres">
      <dgm:prSet presAssocID="{237418FC-EE4A-492F-A8AF-EAA3C2D9DE80}" presName="spacer" presStyleCnt="0"/>
      <dgm:spPr/>
    </dgm:pt>
    <dgm:pt modelId="{A5240B79-2907-485B-92EE-C33454E469D9}" type="pres">
      <dgm:prSet presAssocID="{1B6B86B1-C78E-402E-8D72-00CDD061E2B7}" presName="parentText" presStyleLbl="node1" presStyleIdx="3" presStyleCnt="4">
        <dgm:presLayoutVars>
          <dgm:chMax val="0"/>
          <dgm:bulletEnabled val="1"/>
        </dgm:presLayoutVars>
      </dgm:prSet>
      <dgm:spPr/>
    </dgm:pt>
  </dgm:ptLst>
  <dgm:cxnLst>
    <dgm:cxn modelId="{273ACA66-F4C5-41E9-8AFC-952D11B409B1}" srcId="{A1D2C594-05F0-48B1-9787-E04D595659E0}" destId="{62CD1C60-429C-49C3-80D4-3203A7F9D3A6}" srcOrd="2" destOrd="0" parTransId="{479C5479-9C39-4278-9A37-EB40EDD383B7}" sibTransId="{237418FC-EE4A-492F-A8AF-EAA3C2D9DE80}"/>
    <dgm:cxn modelId="{8ADAD69C-F882-49CB-8B8E-5BAC92BAB463}" srcId="{A1D2C594-05F0-48B1-9787-E04D595659E0}" destId="{F826885A-EB45-4C73-B232-AD98E385469B}" srcOrd="0" destOrd="0" parTransId="{80866608-D2FC-4004-B335-8D742F119B81}" sibTransId="{0C63120C-B617-482A-AA1C-BA3B2B094263}"/>
    <dgm:cxn modelId="{EA8BB3BB-E11A-438A-A4C5-02FFD97A9845}" srcId="{A1D2C594-05F0-48B1-9787-E04D595659E0}" destId="{1B6B86B1-C78E-402E-8D72-00CDD061E2B7}" srcOrd="3" destOrd="0" parTransId="{6709F3CF-5657-4D76-B005-3A9D6864CDCA}" sibTransId="{46012396-9E33-47C4-870B-B997362BBD79}"/>
    <dgm:cxn modelId="{001D9CC7-173D-440B-90E6-0DD80C07AB4E}" type="presOf" srcId="{1B6B86B1-C78E-402E-8D72-00CDD061E2B7}" destId="{A5240B79-2907-485B-92EE-C33454E469D9}" srcOrd="0" destOrd="0" presId="urn:microsoft.com/office/officeart/2005/8/layout/vList2"/>
    <dgm:cxn modelId="{4C4721C8-852F-4316-836F-E8773AB2E0E7}" type="presOf" srcId="{4A3CEFB7-0ED3-493D-9AC8-C30F7B35D6E2}" destId="{FE86C781-D4D0-4944-8237-AEBC32DB3F02}" srcOrd="0" destOrd="0" presId="urn:microsoft.com/office/officeart/2005/8/layout/vList2"/>
    <dgm:cxn modelId="{953EEBD1-F695-4FD7-AE16-929C509CBA63}" type="presOf" srcId="{62CD1C60-429C-49C3-80D4-3203A7F9D3A6}" destId="{227DC0E4-DFF7-4866-8CA5-939D46225F28}" srcOrd="0" destOrd="0" presId="urn:microsoft.com/office/officeart/2005/8/layout/vList2"/>
    <dgm:cxn modelId="{1D8FE0DE-4043-4083-AF06-95F0527D61FA}" type="presOf" srcId="{F826885A-EB45-4C73-B232-AD98E385469B}" destId="{17927E60-D0FF-4A44-9256-9E384C67082A}" srcOrd="0" destOrd="0" presId="urn:microsoft.com/office/officeart/2005/8/layout/vList2"/>
    <dgm:cxn modelId="{31B24CE8-AD43-48B8-832B-22170FA82F81}" srcId="{A1D2C594-05F0-48B1-9787-E04D595659E0}" destId="{4A3CEFB7-0ED3-493D-9AC8-C30F7B35D6E2}" srcOrd="1" destOrd="0" parTransId="{464C045B-D9E6-4B23-9CCC-D7A8BD1AF63D}" sibTransId="{8FDE0533-7A05-4AD5-BFED-6A181EDCC86F}"/>
    <dgm:cxn modelId="{08EBC5F8-16CF-4008-AF82-B77E5E5DB71A}" type="presOf" srcId="{A1D2C594-05F0-48B1-9787-E04D595659E0}" destId="{138C797E-6D2E-4203-B896-67C066676C8A}" srcOrd="0" destOrd="0" presId="urn:microsoft.com/office/officeart/2005/8/layout/vList2"/>
    <dgm:cxn modelId="{E813AC1E-096C-44AB-A428-3005F1C24ABC}" type="presParOf" srcId="{138C797E-6D2E-4203-B896-67C066676C8A}" destId="{17927E60-D0FF-4A44-9256-9E384C67082A}" srcOrd="0" destOrd="0" presId="urn:microsoft.com/office/officeart/2005/8/layout/vList2"/>
    <dgm:cxn modelId="{C9829B1F-EA87-4A65-AD0D-981EAFFB8ACA}" type="presParOf" srcId="{138C797E-6D2E-4203-B896-67C066676C8A}" destId="{0EA20ADF-A600-44B8-A3E1-BCF8F2C5BD5F}" srcOrd="1" destOrd="0" presId="urn:microsoft.com/office/officeart/2005/8/layout/vList2"/>
    <dgm:cxn modelId="{58AF8192-4B67-463F-A6DE-3EFA1702B3B5}" type="presParOf" srcId="{138C797E-6D2E-4203-B896-67C066676C8A}" destId="{FE86C781-D4D0-4944-8237-AEBC32DB3F02}" srcOrd="2" destOrd="0" presId="urn:microsoft.com/office/officeart/2005/8/layout/vList2"/>
    <dgm:cxn modelId="{EF643BA4-A7F0-4DF9-A541-B13819880452}" type="presParOf" srcId="{138C797E-6D2E-4203-B896-67C066676C8A}" destId="{AD93219B-CA97-43C6-9D55-F9AB76DBBF6A}" srcOrd="3" destOrd="0" presId="urn:microsoft.com/office/officeart/2005/8/layout/vList2"/>
    <dgm:cxn modelId="{A66E0755-7CCF-4DBD-9CBA-3059E61CDF06}" type="presParOf" srcId="{138C797E-6D2E-4203-B896-67C066676C8A}" destId="{227DC0E4-DFF7-4866-8CA5-939D46225F28}" srcOrd="4" destOrd="0" presId="urn:microsoft.com/office/officeart/2005/8/layout/vList2"/>
    <dgm:cxn modelId="{B0434FBF-0165-4CF4-A30E-B96B02F41577}" type="presParOf" srcId="{138C797E-6D2E-4203-B896-67C066676C8A}" destId="{B70D759B-8D1C-4715-89B6-A57F6D518F77}" srcOrd="5" destOrd="0" presId="urn:microsoft.com/office/officeart/2005/8/layout/vList2"/>
    <dgm:cxn modelId="{23A3D35D-06EB-40EC-AC64-82EFCDA40E1B}" type="presParOf" srcId="{138C797E-6D2E-4203-B896-67C066676C8A}" destId="{A5240B79-2907-485B-92EE-C33454E469D9}"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EF96204-4581-4C67-B081-3D4A00FC1226}"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IN"/>
        </a:p>
      </dgm:t>
    </dgm:pt>
    <dgm:pt modelId="{FBBBA6C9-B2F2-49CE-B1A5-15B9CFC30D84}">
      <dgm:prSet/>
      <dgm:spPr/>
      <dgm:t>
        <a:bodyPr/>
        <a:lstStyle/>
        <a:p>
          <a:r>
            <a:rPr lang="en-IN" dirty="0"/>
            <a:t>Bluetooth Robot</a:t>
          </a:r>
        </a:p>
      </dgm:t>
    </dgm:pt>
    <dgm:pt modelId="{1423C314-A1EB-4C69-BB14-DAE019129EC8}" type="parTrans" cxnId="{DD7F493F-B5F8-400E-A64C-643D3F321C3E}">
      <dgm:prSet/>
      <dgm:spPr/>
      <dgm:t>
        <a:bodyPr/>
        <a:lstStyle/>
        <a:p>
          <a:endParaRPr lang="en-IN"/>
        </a:p>
      </dgm:t>
    </dgm:pt>
    <dgm:pt modelId="{639ACF59-F1CB-4CAA-AB70-BB3F0D8820E8}" type="sibTrans" cxnId="{DD7F493F-B5F8-400E-A64C-643D3F321C3E}">
      <dgm:prSet/>
      <dgm:spPr/>
      <dgm:t>
        <a:bodyPr/>
        <a:lstStyle/>
        <a:p>
          <a:endParaRPr lang="en-IN"/>
        </a:p>
      </dgm:t>
    </dgm:pt>
    <dgm:pt modelId="{6BBDBA2D-DE49-4722-B45D-C4821D4AAEAD}">
      <dgm:prSet/>
      <dgm:spPr/>
      <dgm:t>
        <a:bodyPr/>
        <a:lstStyle/>
        <a:p>
          <a:r>
            <a:rPr lang="en-IN" dirty="0"/>
            <a:t>AI Robot</a:t>
          </a:r>
        </a:p>
      </dgm:t>
    </dgm:pt>
    <dgm:pt modelId="{56BC900C-A341-4858-ACCC-42A5F4F6BA9D}" type="parTrans" cxnId="{EF9F5040-ABB6-48DF-B9FE-7E23941ECF5B}">
      <dgm:prSet/>
      <dgm:spPr/>
      <dgm:t>
        <a:bodyPr/>
        <a:lstStyle/>
        <a:p>
          <a:endParaRPr lang="en-IN"/>
        </a:p>
      </dgm:t>
    </dgm:pt>
    <dgm:pt modelId="{7F25A347-EC8C-4C94-83D3-6A47CD1AF3FB}" type="sibTrans" cxnId="{EF9F5040-ABB6-48DF-B9FE-7E23941ECF5B}">
      <dgm:prSet/>
      <dgm:spPr/>
      <dgm:t>
        <a:bodyPr/>
        <a:lstStyle/>
        <a:p>
          <a:endParaRPr lang="en-IN"/>
        </a:p>
      </dgm:t>
    </dgm:pt>
    <dgm:pt modelId="{BF9E5F19-A7B7-4B54-BBDB-4FCF2E0C741D}">
      <dgm:prSet/>
      <dgm:spPr/>
      <dgm:t>
        <a:bodyPr/>
        <a:lstStyle/>
        <a:p>
          <a:r>
            <a:rPr lang="en-IN" dirty="0"/>
            <a:t>Line Follower</a:t>
          </a:r>
        </a:p>
      </dgm:t>
    </dgm:pt>
    <dgm:pt modelId="{19D63E09-55F7-4CE2-AAA7-924DA1B3F5C0}" type="parTrans" cxnId="{AFED7530-0D0D-4744-836D-D810C68313D5}">
      <dgm:prSet/>
      <dgm:spPr/>
      <dgm:t>
        <a:bodyPr/>
        <a:lstStyle/>
        <a:p>
          <a:endParaRPr lang="en-IN"/>
        </a:p>
      </dgm:t>
    </dgm:pt>
    <dgm:pt modelId="{D4CA4E38-D0C9-479E-AEE3-6BA8FF5EE64A}" type="sibTrans" cxnId="{AFED7530-0D0D-4744-836D-D810C68313D5}">
      <dgm:prSet/>
      <dgm:spPr/>
      <dgm:t>
        <a:bodyPr/>
        <a:lstStyle/>
        <a:p>
          <a:endParaRPr lang="en-IN"/>
        </a:p>
      </dgm:t>
    </dgm:pt>
    <dgm:pt modelId="{A27365CE-ABEE-4562-AB53-407FD8F8F9DC}">
      <dgm:prSet/>
      <dgm:spPr/>
      <dgm:t>
        <a:bodyPr/>
        <a:lstStyle/>
        <a:p>
          <a:r>
            <a:rPr lang="en-IN" dirty="0"/>
            <a:t>Obstacle Avoidance</a:t>
          </a:r>
        </a:p>
      </dgm:t>
    </dgm:pt>
    <dgm:pt modelId="{4C01F608-29BE-4201-BBA5-B6F794B31E9E}" type="parTrans" cxnId="{C4DE6442-0828-4B7C-92D3-260062370D28}">
      <dgm:prSet/>
      <dgm:spPr/>
      <dgm:t>
        <a:bodyPr/>
        <a:lstStyle/>
        <a:p>
          <a:endParaRPr lang="en-IN"/>
        </a:p>
      </dgm:t>
    </dgm:pt>
    <dgm:pt modelId="{5B6F4D18-2A34-4E5C-B2E4-BAD700FD1918}" type="sibTrans" cxnId="{C4DE6442-0828-4B7C-92D3-260062370D28}">
      <dgm:prSet/>
      <dgm:spPr/>
      <dgm:t>
        <a:bodyPr/>
        <a:lstStyle/>
        <a:p>
          <a:endParaRPr lang="en-IN"/>
        </a:p>
      </dgm:t>
    </dgm:pt>
    <dgm:pt modelId="{1DDDF068-4682-43C2-A7BF-B4E6A86FEA2D}" type="pres">
      <dgm:prSet presAssocID="{3EF96204-4581-4C67-B081-3D4A00FC1226}" presName="diagram" presStyleCnt="0">
        <dgm:presLayoutVars>
          <dgm:dir/>
          <dgm:resizeHandles val="exact"/>
        </dgm:presLayoutVars>
      </dgm:prSet>
      <dgm:spPr/>
    </dgm:pt>
    <dgm:pt modelId="{1DDD25A7-B2A5-4CBD-B2CE-DD5E13A9B95A}" type="pres">
      <dgm:prSet presAssocID="{FBBBA6C9-B2F2-49CE-B1A5-15B9CFC30D84}" presName="node" presStyleLbl="node1" presStyleIdx="0" presStyleCnt="4">
        <dgm:presLayoutVars>
          <dgm:bulletEnabled val="1"/>
        </dgm:presLayoutVars>
      </dgm:prSet>
      <dgm:spPr/>
    </dgm:pt>
    <dgm:pt modelId="{69B362E6-56CB-45F0-A36A-94725F6071AB}" type="pres">
      <dgm:prSet presAssocID="{639ACF59-F1CB-4CAA-AB70-BB3F0D8820E8}" presName="sibTrans" presStyleCnt="0"/>
      <dgm:spPr/>
    </dgm:pt>
    <dgm:pt modelId="{95147890-7EDB-4E03-A271-9CD91D77AC0F}" type="pres">
      <dgm:prSet presAssocID="{6BBDBA2D-DE49-4722-B45D-C4821D4AAEAD}" presName="node" presStyleLbl="node1" presStyleIdx="1" presStyleCnt="4">
        <dgm:presLayoutVars>
          <dgm:bulletEnabled val="1"/>
        </dgm:presLayoutVars>
      </dgm:prSet>
      <dgm:spPr/>
    </dgm:pt>
    <dgm:pt modelId="{E135EAE1-28DB-492F-A59D-07BC59F6F1DE}" type="pres">
      <dgm:prSet presAssocID="{7F25A347-EC8C-4C94-83D3-6A47CD1AF3FB}" presName="sibTrans" presStyleCnt="0"/>
      <dgm:spPr/>
    </dgm:pt>
    <dgm:pt modelId="{7AF830DE-5A1F-48D8-8C86-1D95DA1132B8}" type="pres">
      <dgm:prSet presAssocID="{BF9E5F19-A7B7-4B54-BBDB-4FCF2E0C741D}" presName="node" presStyleLbl="node1" presStyleIdx="2" presStyleCnt="4">
        <dgm:presLayoutVars>
          <dgm:bulletEnabled val="1"/>
        </dgm:presLayoutVars>
      </dgm:prSet>
      <dgm:spPr/>
    </dgm:pt>
    <dgm:pt modelId="{11AA30B8-CC93-4ADE-87F0-6E4106CCB9FC}" type="pres">
      <dgm:prSet presAssocID="{D4CA4E38-D0C9-479E-AEE3-6BA8FF5EE64A}" presName="sibTrans" presStyleCnt="0"/>
      <dgm:spPr/>
    </dgm:pt>
    <dgm:pt modelId="{C33117E6-86FE-4F1D-A547-74C33EEB6364}" type="pres">
      <dgm:prSet presAssocID="{A27365CE-ABEE-4562-AB53-407FD8F8F9DC}" presName="node" presStyleLbl="node1" presStyleIdx="3" presStyleCnt="4">
        <dgm:presLayoutVars>
          <dgm:bulletEnabled val="1"/>
        </dgm:presLayoutVars>
      </dgm:prSet>
      <dgm:spPr/>
    </dgm:pt>
  </dgm:ptLst>
  <dgm:cxnLst>
    <dgm:cxn modelId="{519C9104-DAF3-4BE5-9AFA-E5C2D203DCDF}" type="presOf" srcId="{BF9E5F19-A7B7-4B54-BBDB-4FCF2E0C741D}" destId="{7AF830DE-5A1F-48D8-8C86-1D95DA1132B8}" srcOrd="0" destOrd="0" presId="urn:microsoft.com/office/officeart/2005/8/layout/default"/>
    <dgm:cxn modelId="{AEA03F1A-9705-43AD-9047-2A70DBED4CAF}" type="presOf" srcId="{6BBDBA2D-DE49-4722-B45D-C4821D4AAEAD}" destId="{95147890-7EDB-4E03-A271-9CD91D77AC0F}" srcOrd="0" destOrd="0" presId="urn:microsoft.com/office/officeart/2005/8/layout/default"/>
    <dgm:cxn modelId="{639DE11F-581B-4C7D-8DAC-D07E002CFF87}" type="presOf" srcId="{FBBBA6C9-B2F2-49CE-B1A5-15B9CFC30D84}" destId="{1DDD25A7-B2A5-4CBD-B2CE-DD5E13A9B95A}" srcOrd="0" destOrd="0" presId="urn:microsoft.com/office/officeart/2005/8/layout/default"/>
    <dgm:cxn modelId="{AFED7530-0D0D-4744-836D-D810C68313D5}" srcId="{3EF96204-4581-4C67-B081-3D4A00FC1226}" destId="{BF9E5F19-A7B7-4B54-BBDB-4FCF2E0C741D}" srcOrd="2" destOrd="0" parTransId="{19D63E09-55F7-4CE2-AAA7-924DA1B3F5C0}" sibTransId="{D4CA4E38-D0C9-479E-AEE3-6BA8FF5EE64A}"/>
    <dgm:cxn modelId="{DD7F493F-B5F8-400E-A64C-643D3F321C3E}" srcId="{3EF96204-4581-4C67-B081-3D4A00FC1226}" destId="{FBBBA6C9-B2F2-49CE-B1A5-15B9CFC30D84}" srcOrd="0" destOrd="0" parTransId="{1423C314-A1EB-4C69-BB14-DAE019129EC8}" sibTransId="{639ACF59-F1CB-4CAA-AB70-BB3F0D8820E8}"/>
    <dgm:cxn modelId="{EF9F5040-ABB6-48DF-B9FE-7E23941ECF5B}" srcId="{3EF96204-4581-4C67-B081-3D4A00FC1226}" destId="{6BBDBA2D-DE49-4722-B45D-C4821D4AAEAD}" srcOrd="1" destOrd="0" parTransId="{56BC900C-A341-4858-ACCC-42A5F4F6BA9D}" sibTransId="{7F25A347-EC8C-4C94-83D3-6A47CD1AF3FB}"/>
    <dgm:cxn modelId="{C4DE6442-0828-4B7C-92D3-260062370D28}" srcId="{3EF96204-4581-4C67-B081-3D4A00FC1226}" destId="{A27365CE-ABEE-4562-AB53-407FD8F8F9DC}" srcOrd="3" destOrd="0" parTransId="{4C01F608-29BE-4201-BBA5-B6F794B31E9E}" sibTransId="{5B6F4D18-2A34-4E5C-B2E4-BAD700FD1918}"/>
    <dgm:cxn modelId="{F1A7B2A9-622B-4ACF-B221-AEC82F68BA2C}" type="presOf" srcId="{A27365CE-ABEE-4562-AB53-407FD8F8F9DC}" destId="{C33117E6-86FE-4F1D-A547-74C33EEB6364}" srcOrd="0" destOrd="0" presId="urn:microsoft.com/office/officeart/2005/8/layout/default"/>
    <dgm:cxn modelId="{58655BCE-0014-486C-88E4-3F7A4DB86B85}" type="presOf" srcId="{3EF96204-4581-4C67-B081-3D4A00FC1226}" destId="{1DDDF068-4682-43C2-A7BF-B4E6A86FEA2D}" srcOrd="0" destOrd="0" presId="urn:microsoft.com/office/officeart/2005/8/layout/default"/>
    <dgm:cxn modelId="{53DDC8CA-EC59-418C-BC1D-08AB6F840A83}" type="presParOf" srcId="{1DDDF068-4682-43C2-A7BF-B4E6A86FEA2D}" destId="{1DDD25A7-B2A5-4CBD-B2CE-DD5E13A9B95A}" srcOrd="0" destOrd="0" presId="urn:microsoft.com/office/officeart/2005/8/layout/default"/>
    <dgm:cxn modelId="{ACFD93A4-99BD-4CE8-A402-41AFD6CF9997}" type="presParOf" srcId="{1DDDF068-4682-43C2-A7BF-B4E6A86FEA2D}" destId="{69B362E6-56CB-45F0-A36A-94725F6071AB}" srcOrd="1" destOrd="0" presId="urn:microsoft.com/office/officeart/2005/8/layout/default"/>
    <dgm:cxn modelId="{03AC9161-0B54-4839-9B29-3D6F4E8456F5}" type="presParOf" srcId="{1DDDF068-4682-43C2-A7BF-B4E6A86FEA2D}" destId="{95147890-7EDB-4E03-A271-9CD91D77AC0F}" srcOrd="2" destOrd="0" presId="urn:microsoft.com/office/officeart/2005/8/layout/default"/>
    <dgm:cxn modelId="{8639726F-5082-4E98-90FB-9ABD9C242EA5}" type="presParOf" srcId="{1DDDF068-4682-43C2-A7BF-B4E6A86FEA2D}" destId="{E135EAE1-28DB-492F-A59D-07BC59F6F1DE}" srcOrd="3" destOrd="0" presId="urn:microsoft.com/office/officeart/2005/8/layout/default"/>
    <dgm:cxn modelId="{5FD3E951-7AA5-4AF5-AD8E-E3B2F9E8011A}" type="presParOf" srcId="{1DDDF068-4682-43C2-A7BF-B4E6A86FEA2D}" destId="{7AF830DE-5A1F-48D8-8C86-1D95DA1132B8}" srcOrd="4" destOrd="0" presId="urn:microsoft.com/office/officeart/2005/8/layout/default"/>
    <dgm:cxn modelId="{9FB52890-63C8-4E9F-A885-E111367DFAF7}" type="presParOf" srcId="{1DDDF068-4682-43C2-A7BF-B4E6A86FEA2D}" destId="{11AA30B8-CC93-4ADE-87F0-6E4106CCB9FC}" srcOrd="5" destOrd="0" presId="urn:microsoft.com/office/officeart/2005/8/layout/default"/>
    <dgm:cxn modelId="{0471DD59-E656-4A09-88C9-5A8CF73E1A05}" type="presParOf" srcId="{1DDDF068-4682-43C2-A7BF-B4E6A86FEA2D}" destId="{C33117E6-86FE-4F1D-A547-74C33EEB6364}" srcOrd="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1540A84-BD22-4DDE-9DC5-FF3666FD2B0D}"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IN"/>
        </a:p>
      </dgm:t>
    </dgm:pt>
    <dgm:pt modelId="{A9937A73-EC2E-4703-B5F0-983AAAF76771}">
      <dgm:prSet/>
      <dgm:spPr/>
      <dgm:t>
        <a:bodyPr/>
        <a:lstStyle/>
        <a:p>
          <a:r>
            <a:rPr lang="en-US"/>
            <a:t>Input Layer (576 Features)</a:t>
          </a:r>
          <a:br>
            <a:rPr lang="en-US"/>
          </a:br>
          <a:r>
            <a:rPr lang="en-US"/>
            <a:t>          │</a:t>
          </a:r>
          <a:br>
            <a:rPr lang="en-US"/>
          </a:br>
          <a:r>
            <a:rPr lang="en-US"/>
            <a:t>          ▼</a:t>
          </a:r>
          <a:br>
            <a:rPr lang="en-US"/>
          </a:br>
          <a:r>
            <a:rPr lang="en-US"/>
            <a:t>Hidden Layer (50 Neurons)</a:t>
          </a:r>
          <a:br>
            <a:rPr lang="en-US"/>
          </a:br>
          <a:r>
            <a:rPr lang="en-US"/>
            <a:t>          │</a:t>
          </a:r>
          <a:br>
            <a:rPr lang="en-US"/>
          </a:br>
          <a:r>
            <a:rPr lang="en-US"/>
            <a:t>          ▼</a:t>
          </a:r>
          <a:br>
            <a:rPr lang="en-US"/>
          </a:br>
          <a:r>
            <a:rPr lang="en-US"/>
            <a:t>Output Classes:</a:t>
          </a:r>
          <a:br>
            <a:rPr lang="en-US"/>
          </a:br>
          <a:r>
            <a:rPr lang="en-US"/>
            <a:t>Forward</a:t>
          </a:r>
          <a:br>
            <a:rPr lang="en-US"/>
          </a:br>
          <a:r>
            <a:rPr lang="en-US"/>
            <a:t>Left</a:t>
          </a:r>
          <a:br>
            <a:rPr lang="en-US"/>
          </a:br>
          <a:r>
            <a:rPr lang="en-US"/>
            <a:t>Right</a:t>
          </a:r>
          <a:br>
            <a:rPr lang="en-US"/>
          </a:br>
          <a:r>
            <a:rPr lang="en-US"/>
            <a:t>Stop</a:t>
          </a:r>
          <a:br>
            <a:rPr lang="en-US"/>
          </a:br>
          <a:endParaRPr lang="en-IN"/>
        </a:p>
      </dgm:t>
    </dgm:pt>
    <dgm:pt modelId="{6974C8D8-C597-465E-BBB7-F284284F06BB}" type="parTrans" cxnId="{8CC3D104-47BB-46FE-9ECE-8634C096E69E}">
      <dgm:prSet/>
      <dgm:spPr/>
      <dgm:t>
        <a:bodyPr/>
        <a:lstStyle/>
        <a:p>
          <a:endParaRPr lang="en-IN"/>
        </a:p>
      </dgm:t>
    </dgm:pt>
    <dgm:pt modelId="{E460ED93-369A-41AD-9A88-8C6F04A330DA}" type="sibTrans" cxnId="{8CC3D104-47BB-46FE-9ECE-8634C096E69E}">
      <dgm:prSet/>
      <dgm:spPr/>
      <dgm:t>
        <a:bodyPr/>
        <a:lstStyle/>
        <a:p>
          <a:endParaRPr lang="en-IN"/>
        </a:p>
      </dgm:t>
    </dgm:pt>
    <dgm:pt modelId="{2E433D91-78C6-4F8A-83DB-E47DE009B988}" type="pres">
      <dgm:prSet presAssocID="{21540A84-BD22-4DDE-9DC5-FF3666FD2B0D}" presName="linear" presStyleCnt="0">
        <dgm:presLayoutVars>
          <dgm:animLvl val="lvl"/>
          <dgm:resizeHandles val="exact"/>
        </dgm:presLayoutVars>
      </dgm:prSet>
      <dgm:spPr/>
    </dgm:pt>
    <dgm:pt modelId="{02E35BA1-E17F-4BB3-BCA5-B117F5DA4DE0}" type="pres">
      <dgm:prSet presAssocID="{A9937A73-EC2E-4703-B5F0-983AAAF76771}" presName="parentText" presStyleLbl="node1" presStyleIdx="0" presStyleCnt="1">
        <dgm:presLayoutVars>
          <dgm:chMax val="0"/>
          <dgm:bulletEnabled val="1"/>
        </dgm:presLayoutVars>
      </dgm:prSet>
      <dgm:spPr/>
    </dgm:pt>
  </dgm:ptLst>
  <dgm:cxnLst>
    <dgm:cxn modelId="{8CC3D104-47BB-46FE-9ECE-8634C096E69E}" srcId="{21540A84-BD22-4DDE-9DC5-FF3666FD2B0D}" destId="{A9937A73-EC2E-4703-B5F0-983AAAF76771}" srcOrd="0" destOrd="0" parTransId="{6974C8D8-C597-465E-BBB7-F284284F06BB}" sibTransId="{E460ED93-369A-41AD-9A88-8C6F04A330DA}"/>
    <dgm:cxn modelId="{53934B7C-1E9A-4E5E-8922-B2253FF2F8C4}" type="presOf" srcId="{21540A84-BD22-4DDE-9DC5-FF3666FD2B0D}" destId="{2E433D91-78C6-4F8A-83DB-E47DE009B988}" srcOrd="0" destOrd="0" presId="urn:microsoft.com/office/officeart/2005/8/layout/vList2"/>
    <dgm:cxn modelId="{FE79ACE1-09AC-4502-9424-9E83B19FCA58}" type="presOf" srcId="{A9937A73-EC2E-4703-B5F0-983AAAF76771}" destId="{02E35BA1-E17F-4BB3-BCA5-B117F5DA4DE0}" srcOrd="0" destOrd="0" presId="urn:microsoft.com/office/officeart/2005/8/layout/vList2"/>
    <dgm:cxn modelId="{D9DFF0D3-FDCD-4910-9FC1-C699185AB2A2}" type="presParOf" srcId="{2E433D91-78C6-4F8A-83DB-E47DE009B988}" destId="{02E35BA1-E17F-4BB3-BCA5-B117F5DA4DE0}"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7DE426-7D88-4C1B-9724-7E9754E72069}">
      <dsp:nvSpPr>
        <dsp:cNvPr id="0" name=""/>
        <dsp:cNvSpPr/>
      </dsp:nvSpPr>
      <dsp:spPr>
        <a:xfrm>
          <a:off x="0" y="180206"/>
          <a:ext cx="8147304" cy="135135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There are two working concepts behind controlling the speed and the direction of a DC motor. Pulse width modulation is used to control the speed of the motor. H-bridge connections are used to change the direction of the motor.</a:t>
          </a:r>
          <a:endParaRPr lang="en-IN" sz="2100" kern="1200"/>
        </a:p>
      </dsp:txBody>
      <dsp:txXfrm>
        <a:off x="65967" y="246173"/>
        <a:ext cx="8015370" cy="1219416"/>
      </dsp:txXfrm>
    </dsp:sp>
    <dsp:sp modelId="{6458F864-00FD-4EAC-A7B4-92FCFDE869DB}">
      <dsp:nvSpPr>
        <dsp:cNvPr id="0" name=""/>
        <dsp:cNvSpPr/>
      </dsp:nvSpPr>
      <dsp:spPr>
        <a:xfrm>
          <a:off x="0" y="1592037"/>
          <a:ext cx="8147304" cy="135135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In pulse width modulation, the voltage is varied by sending a series of ON-OFF pulses. </a:t>
          </a:r>
          <a:endParaRPr lang="en-IN" sz="2100" kern="1200"/>
        </a:p>
      </dsp:txBody>
      <dsp:txXfrm>
        <a:off x="65967" y="1658004"/>
        <a:ext cx="8015370" cy="1219416"/>
      </dsp:txXfrm>
    </dsp:sp>
    <dsp:sp modelId="{6425EC20-DF78-4764-9FF4-78CD34EBAA95}">
      <dsp:nvSpPr>
        <dsp:cNvPr id="0" name=""/>
        <dsp:cNvSpPr/>
      </dsp:nvSpPr>
      <dsp:spPr>
        <a:xfrm>
          <a:off x="0" y="3003867"/>
          <a:ext cx="8147304" cy="135135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The average voltage during the PWM depends on the duty cycle. The higher the duty cycle is, the higher the average voltage is and the lower the duty cycle is, the lower the average voltage. The relation between duty cycle and average voltage is shown in the below picture. </a:t>
          </a:r>
          <a:endParaRPr lang="en-IN" sz="2100" kern="1200"/>
        </a:p>
      </dsp:txBody>
      <dsp:txXfrm>
        <a:off x="65967" y="3069834"/>
        <a:ext cx="8015370" cy="121941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927E60-D0FF-4A44-9256-9E384C67082A}">
      <dsp:nvSpPr>
        <dsp:cNvPr id="0" name=""/>
        <dsp:cNvSpPr/>
      </dsp:nvSpPr>
      <dsp:spPr>
        <a:xfrm>
          <a:off x="0" y="61019"/>
          <a:ext cx="7475220" cy="83421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1" i="0" kern="1200" baseline="0"/>
            <a:t>f = Forward</a:t>
          </a:r>
          <a:r>
            <a:rPr lang="en-US" sz="2300" kern="1200"/>
            <a:t> -</a:t>
          </a:r>
          <a:r>
            <a:rPr lang="en-US" sz="2300" b="0" i="0" kern="1200" baseline="0"/>
            <a:t>Moves the robot in the forward direction by rotating both motors ahead. </a:t>
          </a:r>
          <a:endParaRPr lang="en-IN" sz="2300" kern="1200"/>
        </a:p>
      </dsp:txBody>
      <dsp:txXfrm>
        <a:off x="40723" y="101742"/>
        <a:ext cx="7393774" cy="752764"/>
      </dsp:txXfrm>
    </dsp:sp>
    <dsp:sp modelId="{FE86C781-D4D0-4944-8237-AEBC32DB3F02}">
      <dsp:nvSpPr>
        <dsp:cNvPr id="0" name=""/>
        <dsp:cNvSpPr/>
      </dsp:nvSpPr>
      <dsp:spPr>
        <a:xfrm>
          <a:off x="0" y="961469"/>
          <a:ext cx="7475220" cy="83421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1" i="0" kern="1200" baseline="0"/>
            <a:t>l = Left -</a:t>
          </a:r>
          <a:r>
            <a:rPr lang="en-US" sz="2300" b="0" i="0" kern="1200" baseline="0"/>
            <a:t>Turns the robot left by slowing/stopping one motor and rotating the other motor. </a:t>
          </a:r>
          <a:endParaRPr lang="en-IN" sz="2300" kern="1200"/>
        </a:p>
      </dsp:txBody>
      <dsp:txXfrm>
        <a:off x="40723" y="1002192"/>
        <a:ext cx="7393774" cy="752764"/>
      </dsp:txXfrm>
    </dsp:sp>
    <dsp:sp modelId="{227DC0E4-DFF7-4866-8CA5-939D46225F28}">
      <dsp:nvSpPr>
        <dsp:cNvPr id="0" name=""/>
        <dsp:cNvSpPr/>
      </dsp:nvSpPr>
      <dsp:spPr>
        <a:xfrm>
          <a:off x="0" y="1861920"/>
          <a:ext cx="7475220" cy="83421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1" i="0" kern="1200" baseline="0"/>
            <a:t>r = Right</a:t>
          </a:r>
          <a:r>
            <a:rPr lang="en-US" sz="2300" kern="1200"/>
            <a:t> -</a:t>
          </a:r>
          <a:r>
            <a:rPr lang="en-US" sz="2300" b="0" i="0" kern="1200" baseline="0"/>
            <a:t>Turns the robot right using opposite motor control logic. </a:t>
          </a:r>
          <a:endParaRPr lang="en-IN" sz="2300" kern="1200"/>
        </a:p>
      </dsp:txBody>
      <dsp:txXfrm>
        <a:off x="40723" y="1902643"/>
        <a:ext cx="7393774" cy="752764"/>
      </dsp:txXfrm>
    </dsp:sp>
    <dsp:sp modelId="{A5240B79-2907-485B-92EE-C33454E469D9}">
      <dsp:nvSpPr>
        <dsp:cNvPr id="0" name=""/>
        <dsp:cNvSpPr/>
      </dsp:nvSpPr>
      <dsp:spPr>
        <a:xfrm>
          <a:off x="0" y="2762370"/>
          <a:ext cx="7475220" cy="83421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1" i="0" kern="1200" baseline="0"/>
            <a:t>s = Stop</a:t>
          </a:r>
          <a:r>
            <a:rPr lang="en-US" sz="2300" kern="1200"/>
            <a:t> -</a:t>
          </a:r>
          <a:r>
            <a:rPr lang="en-US" sz="2300" b="0" i="0" kern="1200" baseline="0"/>
            <a:t>Stops all motor movement immediately. </a:t>
          </a:r>
          <a:endParaRPr lang="en-IN" sz="2300" kern="1200"/>
        </a:p>
      </dsp:txBody>
      <dsp:txXfrm>
        <a:off x="40723" y="2803093"/>
        <a:ext cx="7393774" cy="75276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DD25A7-B2A5-4CBD-B2CE-DD5E13A9B95A}">
      <dsp:nvSpPr>
        <dsp:cNvPr id="0" name=""/>
        <dsp:cNvSpPr/>
      </dsp:nvSpPr>
      <dsp:spPr>
        <a:xfrm>
          <a:off x="397073" y="1041"/>
          <a:ext cx="3093289" cy="1855973"/>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4310" tIns="194310" rIns="194310" bIns="194310" numCol="1" spcCol="1270" anchor="ctr" anchorCtr="0">
          <a:noAutofit/>
        </a:bodyPr>
        <a:lstStyle/>
        <a:p>
          <a:pPr marL="0" lvl="0" indent="0" algn="ctr" defTabSz="2266950">
            <a:lnSpc>
              <a:spcPct val="90000"/>
            </a:lnSpc>
            <a:spcBef>
              <a:spcPct val="0"/>
            </a:spcBef>
            <a:spcAft>
              <a:spcPct val="35000"/>
            </a:spcAft>
            <a:buNone/>
          </a:pPr>
          <a:r>
            <a:rPr lang="en-IN" sz="5100" kern="1200" dirty="0"/>
            <a:t>Bluetooth Robot</a:t>
          </a:r>
        </a:p>
      </dsp:txBody>
      <dsp:txXfrm>
        <a:off x="397073" y="1041"/>
        <a:ext cx="3093289" cy="1855973"/>
      </dsp:txXfrm>
    </dsp:sp>
    <dsp:sp modelId="{95147890-7EDB-4E03-A271-9CD91D77AC0F}">
      <dsp:nvSpPr>
        <dsp:cNvPr id="0" name=""/>
        <dsp:cNvSpPr/>
      </dsp:nvSpPr>
      <dsp:spPr>
        <a:xfrm>
          <a:off x="3799691" y="1041"/>
          <a:ext cx="3093289" cy="1855973"/>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4310" tIns="194310" rIns="194310" bIns="194310" numCol="1" spcCol="1270" anchor="ctr" anchorCtr="0">
          <a:noAutofit/>
        </a:bodyPr>
        <a:lstStyle/>
        <a:p>
          <a:pPr marL="0" lvl="0" indent="0" algn="ctr" defTabSz="2266950">
            <a:lnSpc>
              <a:spcPct val="90000"/>
            </a:lnSpc>
            <a:spcBef>
              <a:spcPct val="0"/>
            </a:spcBef>
            <a:spcAft>
              <a:spcPct val="35000"/>
            </a:spcAft>
            <a:buNone/>
          </a:pPr>
          <a:r>
            <a:rPr lang="en-IN" sz="5100" kern="1200" dirty="0"/>
            <a:t>AI Robot</a:t>
          </a:r>
        </a:p>
      </dsp:txBody>
      <dsp:txXfrm>
        <a:off x="3799691" y="1041"/>
        <a:ext cx="3093289" cy="1855973"/>
      </dsp:txXfrm>
    </dsp:sp>
    <dsp:sp modelId="{7AF830DE-5A1F-48D8-8C86-1D95DA1132B8}">
      <dsp:nvSpPr>
        <dsp:cNvPr id="0" name=""/>
        <dsp:cNvSpPr/>
      </dsp:nvSpPr>
      <dsp:spPr>
        <a:xfrm>
          <a:off x="397073" y="2166344"/>
          <a:ext cx="3093289" cy="1855973"/>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4310" tIns="194310" rIns="194310" bIns="194310" numCol="1" spcCol="1270" anchor="ctr" anchorCtr="0">
          <a:noAutofit/>
        </a:bodyPr>
        <a:lstStyle/>
        <a:p>
          <a:pPr marL="0" lvl="0" indent="0" algn="ctr" defTabSz="2266950">
            <a:lnSpc>
              <a:spcPct val="90000"/>
            </a:lnSpc>
            <a:spcBef>
              <a:spcPct val="0"/>
            </a:spcBef>
            <a:spcAft>
              <a:spcPct val="35000"/>
            </a:spcAft>
            <a:buNone/>
          </a:pPr>
          <a:r>
            <a:rPr lang="en-IN" sz="5100" kern="1200" dirty="0"/>
            <a:t>Line Follower</a:t>
          </a:r>
        </a:p>
      </dsp:txBody>
      <dsp:txXfrm>
        <a:off x="397073" y="2166344"/>
        <a:ext cx="3093289" cy="1855973"/>
      </dsp:txXfrm>
    </dsp:sp>
    <dsp:sp modelId="{C33117E6-86FE-4F1D-A547-74C33EEB6364}">
      <dsp:nvSpPr>
        <dsp:cNvPr id="0" name=""/>
        <dsp:cNvSpPr/>
      </dsp:nvSpPr>
      <dsp:spPr>
        <a:xfrm>
          <a:off x="3799691" y="2166344"/>
          <a:ext cx="3093289" cy="1855973"/>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4310" tIns="194310" rIns="194310" bIns="194310" numCol="1" spcCol="1270" anchor="ctr" anchorCtr="0">
          <a:noAutofit/>
        </a:bodyPr>
        <a:lstStyle/>
        <a:p>
          <a:pPr marL="0" lvl="0" indent="0" algn="ctr" defTabSz="2266950">
            <a:lnSpc>
              <a:spcPct val="90000"/>
            </a:lnSpc>
            <a:spcBef>
              <a:spcPct val="0"/>
            </a:spcBef>
            <a:spcAft>
              <a:spcPct val="35000"/>
            </a:spcAft>
            <a:buNone/>
          </a:pPr>
          <a:r>
            <a:rPr lang="en-IN" sz="5100" kern="1200" dirty="0"/>
            <a:t>Obstacle Avoidance</a:t>
          </a:r>
        </a:p>
      </dsp:txBody>
      <dsp:txXfrm>
        <a:off x="3799691" y="2166344"/>
        <a:ext cx="3093289" cy="185597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E35BA1-E17F-4BB3-BCA5-B117F5DA4DE0}">
      <dsp:nvSpPr>
        <dsp:cNvPr id="0" name=""/>
        <dsp:cNvSpPr/>
      </dsp:nvSpPr>
      <dsp:spPr>
        <a:xfrm>
          <a:off x="0" y="8892"/>
          <a:ext cx="7290055" cy="4380479"/>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Input Layer (576 Features)</a:t>
          </a:r>
          <a:br>
            <a:rPr lang="en-US" sz="2400" kern="1200"/>
          </a:br>
          <a:r>
            <a:rPr lang="en-US" sz="2400" kern="1200"/>
            <a:t>          │</a:t>
          </a:r>
          <a:br>
            <a:rPr lang="en-US" sz="2400" kern="1200"/>
          </a:br>
          <a:r>
            <a:rPr lang="en-US" sz="2400" kern="1200"/>
            <a:t>          ▼</a:t>
          </a:r>
          <a:br>
            <a:rPr lang="en-US" sz="2400" kern="1200"/>
          </a:br>
          <a:r>
            <a:rPr lang="en-US" sz="2400" kern="1200"/>
            <a:t>Hidden Layer (50 Neurons)</a:t>
          </a:r>
          <a:br>
            <a:rPr lang="en-US" sz="2400" kern="1200"/>
          </a:br>
          <a:r>
            <a:rPr lang="en-US" sz="2400" kern="1200"/>
            <a:t>          │</a:t>
          </a:r>
          <a:br>
            <a:rPr lang="en-US" sz="2400" kern="1200"/>
          </a:br>
          <a:r>
            <a:rPr lang="en-US" sz="2400" kern="1200"/>
            <a:t>          ▼</a:t>
          </a:r>
          <a:br>
            <a:rPr lang="en-US" sz="2400" kern="1200"/>
          </a:br>
          <a:r>
            <a:rPr lang="en-US" sz="2400" kern="1200"/>
            <a:t>Output Classes:</a:t>
          </a:r>
          <a:br>
            <a:rPr lang="en-US" sz="2400" kern="1200"/>
          </a:br>
          <a:r>
            <a:rPr lang="en-US" sz="2400" kern="1200"/>
            <a:t>Forward</a:t>
          </a:r>
          <a:br>
            <a:rPr lang="en-US" sz="2400" kern="1200"/>
          </a:br>
          <a:r>
            <a:rPr lang="en-US" sz="2400" kern="1200"/>
            <a:t>Left</a:t>
          </a:r>
          <a:br>
            <a:rPr lang="en-US" sz="2400" kern="1200"/>
          </a:br>
          <a:r>
            <a:rPr lang="en-US" sz="2400" kern="1200"/>
            <a:t>Right</a:t>
          </a:r>
          <a:br>
            <a:rPr lang="en-US" sz="2400" kern="1200"/>
          </a:br>
          <a:r>
            <a:rPr lang="en-US" sz="2400" kern="1200"/>
            <a:t>Stop</a:t>
          </a:r>
          <a:br>
            <a:rPr lang="en-US" sz="2400" kern="1200"/>
          </a:br>
          <a:endParaRPr lang="en-IN" sz="2400" kern="1200"/>
        </a:p>
      </dsp:txBody>
      <dsp:txXfrm>
        <a:off x="213837" y="222729"/>
        <a:ext cx="6862381" cy="3952805"/>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42900" y="4960137"/>
            <a:ext cx="5829300" cy="1463040"/>
          </a:xfrm>
        </p:spPr>
        <p:txBody>
          <a:bodyPr anchor="ctr">
            <a:normAutofit/>
          </a:bodyPr>
          <a:lstStyle>
            <a:lvl1pPr algn="r">
              <a:defRPr sz="4400" spc="200" baseline="0"/>
            </a:lvl1pPr>
          </a:lstStyle>
          <a:p>
            <a:r>
              <a:rPr lang="en-US"/>
              <a:t>Click to edit Master title style</a:t>
            </a:r>
            <a:endParaRPr lang="en-US" dirty="0"/>
          </a:p>
        </p:txBody>
      </p:sp>
      <p:sp>
        <p:nvSpPr>
          <p:cNvPr id="3" name="Subtitle 2"/>
          <p:cNvSpPr>
            <a:spLocks noGrp="1"/>
          </p:cNvSpPr>
          <p:nvPr>
            <p:ph type="subTitle" idx="1"/>
          </p:nvPr>
        </p:nvSpPr>
        <p:spPr>
          <a:xfrm>
            <a:off x="6457950" y="4960137"/>
            <a:ext cx="2400300" cy="1463040"/>
          </a:xfrm>
        </p:spPr>
        <p:txBody>
          <a:bodyPr lIns="91440" rIns="91440" anchor="ctr">
            <a:normAutofit/>
          </a:bodyPr>
          <a:lstStyle>
            <a:lvl1pPr marL="0" indent="0" algn="l">
              <a:lnSpc>
                <a:spcPct val="100000"/>
              </a:lnSpc>
              <a:spcBef>
                <a:spcPts val="0"/>
              </a:spcBef>
              <a:buNone/>
              <a:defRPr sz="160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5BCAD085-E8A6-8845-BD4E-CB4CCA059FC4}" type="datetimeFigureOut">
              <a:rPr lang="en-US" smtClean="0"/>
              <a:t>5/30/2026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8" name="Straight Connector 7"/>
          <p:cNvCxnSpPr/>
          <p:nvPr/>
        </p:nvCxnSpPr>
        <p:spPr>
          <a:xfrm flipV="1">
            <a:off x="6290132"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Rectangle 10"/>
          <p:cNvSpPr/>
          <p:nvPr/>
        </p:nvSpPr>
        <p:spPr>
          <a:xfrm>
            <a:off x="0" y="-1"/>
            <a:ext cx="9144000" cy="4572001"/>
          </a:xfrm>
          <a:prstGeom prst="rect">
            <a:avLst/>
          </a:prstGeom>
          <a:blipFill dpi="0" rotWithShape="1">
            <a:blip r:embed="rId2">
              <a:duotone>
                <a:schemeClr val="accent1">
                  <a:shade val="45000"/>
                  <a:satMod val="135000"/>
                </a:schemeClr>
                <a:prstClr val="white"/>
              </a:duotone>
            </a:blip>
            <a:srcRect/>
            <a:tile tx="-133350" ty="-6350" sx="50000" sy="50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407567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39022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42900" y="4960137"/>
            <a:ext cx="5829300" cy="1463040"/>
          </a:xfrm>
        </p:spPr>
        <p:txBody>
          <a:bodyPr anchor="ctr">
            <a:normAutofit/>
          </a:bodyPr>
          <a:lstStyle>
            <a:lvl1pPr algn="r">
              <a:defRPr sz="44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6457950" y="4960137"/>
            <a:ext cx="2400300" cy="1463040"/>
          </a:xfrm>
        </p:spPr>
        <p:txBody>
          <a:bodyPr lIns="91440" rIns="91440" anchor="ctr">
            <a:normAutofit/>
          </a:bodyPr>
          <a:lstStyle>
            <a:lvl1pPr marL="0" indent="0">
              <a:lnSpc>
                <a:spcPct val="100000"/>
              </a:lnSpc>
              <a:spcBef>
                <a:spcPts val="0"/>
              </a:spcBef>
              <a:buNone/>
              <a:defRPr sz="1600">
                <a:solidFill>
                  <a:schemeClr val="tx1">
                    <a:lumMod val="95000"/>
                    <a:lumOff val="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10" name="Rectangle 9"/>
          <p:cNvSpPr/>
          <p:nvPr/>
        </p:nvSpPr>
        <p:spPr>
          <a:xfrm>
            <a:off x="0" y="-1"/>
            <a:ext cx="9144000" cy="4572000"/>
          </a:xfrm>
          <a:prstGeom prst="rect">
            <a:avLst/>
          </a:prstGeom>
          <a:blipFill dpi="0" rotWithShape="1">
            <a:blip r:embed="rId2">
              <a:duotone>
                <a:schemeClr val="accent3">
                  <a:shade val="45000"/>
                  <a:satMod val="135000"/>
                </a:schemeClr>
                <a:prstClr val="white"/>
              </a:duotone>
            </a:blip>
            <a:srcRect/>
            <a:tile tx="-133350" ty="-6350" sx="50000" sy="50000" flip="none" algn="tl"/>
          </a:blip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2" name="Straight Connector 11"/>
          <p:cNvCxnSpPr/>
          <p:nvPr/>
        </p:nvCxnSpPr>
        <p:spPr>
          <a:xfrm flipV="1">
            <a:off x="6290132" y="5264106"/>
            <a:ext cx="0" cy="91440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033355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768096" y="585216"/>
            <a:ext cx="7290054"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768096" y="2286000"/>
            <a:ext cx="35661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91990" y="2286000"/>
            <a:ext cx="35661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5/30/2026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078295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768096" y="585216"/>
            <a:ext cx="7290054" cy="1499616"/>
          </a:xfrm>
        </p:spPr>
        <p:txBody>
          <a:bodyPr/>
          <a:lstStyle/>
          <a:p>
            <a:r>
              <a:rPr lang="en-US"/>
              <a:t>Click to edit Master title style</a:t>
            </a:r>
            <a:endParaRPr lang="en-US" dirty="0"/>
          </a:p>
        </p:txBody>
      </p:sp>
      <p:sp>
        <p:nvSpPr>
          <p:cNvPr id="3" name="Text Placeholder 2"/>
          <p:cNvSpPr>
            <a:spLocks noGrp="1"/>
          </p:cNvSpPr>
          <p:nvPr>
            <p:ph type="body" idx="1"/>
          </p:nvPr>
        </p:nvSpPr>
        <p:spPr>
          <a:xfrm>
            <a:off x="768096" y="2179636"/>
            <a:ext cx="3566160" cy="822960"/>
          </a:xfrm>
        </p:spPr>
        <p:txBody>
          <a:bodyPr lIns="137160" rIns="137160" anchor="ctr">
            <a:normAutofit/>
          </a:bodyPr>
          <a:lstStyle>
            <a:lvl1pPr marL="0" indent="0">
              <a:spcBef>
                <a:spcPts val="0"/>
              </a:spcBef>
              <a:spcAft>
                <a:spcPts val="0"/>
              </a:spcAft>
              <a:buNone/>
              <a:defRPr sz="22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768096" y="2967788"/>
            <a:ext cx="356616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491990" y="2179636"/>
            <a:ext cx="3566160" cy="822960"/>
          </a:xfrm>
        </p:spPr>
        <p:txBody>
          <a:bodyPr lIns="137160" rIns="137160" anchor="ctr">
            <a:normAutofit/>
          </a:bodyPr>
          <a:lstStyle>
            <a:lvl1pPr marL="0" indent="0">
              <a:spcBef>
                <a:spcPts val="0"/>
              </a:spcBef>
              <a:spcAft>
                <a:spcPts val="0"/>
              </a:spcAft>
              <a:buNone/>
              <a:defRPr lang="en-US" sz="22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4491990" y="2967788"/>
            <a:ext cx="356616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5/30/2026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217102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5/30/2026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835046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756715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768096" y="471509"/>
            <a:ext cx="3291840" cy="1737360"/>
          </a:xfrm>
        </p:spPr>
        <p:txBody>
          <a:bodyPr>
            <a:noAutofit/>
          </a:bodyPr>
          <a:lstStyle>
            <a:lvl1pPr>
              <a:lnSpc>
                <a:spcPct val="80000"/>
              </a:lnSpc>
              <a:defRPr sz="3600"/>
            </a:lvl1pPr>
          </a:lstStyle>
          <a:p>
            <a:r>
              <a:rPr lang="en-US"/>
              <a:t>Click to edit Master title style</a:t>
            </a:r>
            <a:endParaRPr lang="en-US" dirty="0"/>
          </a:p>
        </p:txBody>
      </p:sp>
      <p:sp>
        <p:nvSpPr>
          <p:cNvPr id="3" name="Content Placeholder 2"/>
          <p:cNvSpPr>
            <a:spLocks noGrp="1"/>
          </p:cNvSpPr>
          <p:nvPr>
            <p:ph idx="1"/>
          </p:nvPr>
        </p:nvSpPr>
        <p:spPr>
          <a:xfrm>
            <a:off x="4286250" y="822960"/>
            <a:ext cx="4258818" cy="5184648"/>
          </a:xfrm>
        </p:spPr>
        <p:txBody>
          <a:bodyPr>
            <a:normAutofit/>
          </a:bodyPr>
          <a:lstStyle>
            <a:lvl1pPr>
              <a:defRPr sz="2000"/>
            </a:lvl1pPr>
            <a:lvl2pPr>
              <a:defRPr sz="160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8096" y="2257506"/>
            <a:ext cx="329184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402164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42900" y="4960138"/>
            <a:ext cx="5829300" cy="1463040"/>
          </a:xfrm>
        </p:spPr>
        <p:txBody>
          <a:bodyPr anchor="ctr">
            <a:normAutofit/>
          </a:bodyPr>
          <a:lstStyle>
            <a:lvl1pPr algn="r">
              <a:defRPr sz="44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9141714" cy="4572000"/>
          </a:xfrm>
          <a:solidFill>
            <a:schemeClr val="accent1">
              <a:lumMod val="60000"/>
              <a:lumOff val="40000"/>
            </a:schemeClr>
          </a:solidFill>
        </p:spPr>
        <p:txBody>
          <a:bodyPr lIns="457200" tIns="365760"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457950" y="4960138"/>
            <a:ext cx="2400300" cy="1463040"/>
          </a:xfrm>
        </p:spPr>
        <p:txBody>
          <a:bodyPr lIns="91440" rIns="91440" anchor="ctr">
            <a:normAutofit/>
          </a:bodyPr>
          <a:lstStyle>
            <a:lvl1pPr marL="0" indent="0">
              <a:lnSpc>
                <a:spcPct val="100000"/>
              </a:lnSpc>
              <a:spcBef>
                <a:spcPts val="0"/>
              </a:spcBef>
              <a:buNone/>
              <a:defRPr sz="1600">
                <a:solidFill>
                  <a:schemeClr val="tx1">
                    <a:lumMod val="95000"/>
                    <a:lumOff val="5000"/>
                  </a:schemeClr>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8" name="Straight Connector 7"/>
          <p:cNvCxnSpPr/>
          <p:nvPr/>
        </p:nvCxnSpPr>
        <p:spPr>
          <a:xfrm flipV="1">
            <a:off x="6290132"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54341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058276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762000"/>
            <a:ext cx="1971675"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742951" y="762000"/>
            <a:ext cx="5686425"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7" name="Straight Connector 6"/>
          <p:cNvCxnSpPr/>
          <p:nvPr/>
        </p:nvCxnSpPr>
        <p:spPr>
          <a:xfrm rot="5400000" flipV="1">
            <a:off x="7543800" y="173563"/>
            <a:ext cx="0" cy="6858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171442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68096" y="585216"/>
            <a:ext cx="7290054"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768096" y="2286000"/>
            <a:ext cx="7290055"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8097" y="6470704"/>
            <a:ext cx="161560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5BCAD085-E8A6-8845-BD4E-CB4CCA059FC4}" type="datetimeFigureOut">
              <a:rPr lang="en-US" smtClean="0"/>
              <a:t>5/30/2026</a:t>
            </a:fld>
            <a:endParaRPr lang="en-US"/>
          </a:p>
        </p:txBody>
      </p:sp>
      <p:sp>
        <p:nvSpPr>
          <p:cNvPr id="5" name="Footer Placeholder 4"/>
          <p:cNvSpPr>
            <a:spLocks noGrp="1"/>
          </p:cNvSpPr>
          <p:nvPr>
            <p:ph type="ftr" sz="quarter" idx="3"/>
          </p:nvPr>
        </p:nvSpPr>
        <p:spPr>
          <a:xfrm>
            <a:off x="3632200" y="6470704"/>
            <a:ext cx="4426094"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a:p>
        </p:txBody>
      </p:sp>
      <p:sp>
        <p:nvSpPr>
          <p:cNvPr id="6" name="Slide Number Placeholder 5"/>
          <p:cNvSpPr>
            <a:spLocks noGrp="1"/>
          </p:cNvSpPr>
          <p:nvPr>
            <p:ph type="sldNum" sz="quarter" idx="4"/>
          </p:nvPr>
        </p:nvSpPr>
        <p:spPr>
          <a:xfrm>
            <a:off x="8128000" y="6470704"/>
            <a:ext cx="730250"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C1FF6DA9-008F-8B48-92A6-B652298478BF}" type="slidenum">
              <a:rPr lang="en-US" smtClean="0"/>
              <a:t>‹#›</a:t>
            </a:fld>
            <a:endParaRPr lang="en-US"/>
          </a:p>
        </p:txBody>
      </p:sp>
      <p:cxnSp>
        <p:nvCxnSpPr>
          <p:cNvPr id="7" name="Straight Connector 6"/>
          <p:cNvCxnSpPr/>
          <p:nvPr/>
        </p:nvCxnSpPr>
        <p:spPr>
          <a:xfrm flipV="1">
            <a:off x="5715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5215564"/>
      </p:ext>
    </p:extLst>
  </p:cSld>
  <p:clrMap bg1="lt1" tx1="dk1" bg2="lt2" tx2="dk2" accent1="accent1" accent2="accent2" accent3="accent3" accent4="accent4" accent5="accent5" accent6="accent6" hlink="hlink" folHlink="folHlink"/>
  <p:sldLayoutIdLst>
    <p:sldLayoutId id="2147483983" r:id="rId1"/>
    <p:sldLayoutId id="2147483984" r:id="rId2"/>
    <p:sldLayoutId id="2147483985" r:id="rId3"/>
    <p:sldLayoutId id="2147483986" r:id="rId4"/>
    <p:sldLayoutId id="2147483987" r:id="rId5"/>
    <p:sldLayoutId id="2147483988" r:id="rId6"/>
    <p:sldLayoutId id="2147483989" r:id="rId7"/>
    <p:sldLayoutId id="2147483990" r:id="rId8"/>
    <p:sldLayoutId id="2147483991" r:id="rId9"/>
    <p:sldLayoutId id="2147483992" r:id="rId10"/>
    <p:sldLayoutId id="2147483993" r:id="rId11"/>
  </p:sldLayoutIdLst>
  <p:txStyles>
    <p:titleStyle>
      <a:lvl1pPr algn="l" defTabSz="914400" rtl="0" eaLnBrk="1" latinLnBrk="0" hangingPunct="1">
        <a:lnSpc>
          <a:spcPct val="80000"/>
        </a:lnSpc>
        <a:spcBef>
          <a:spcPct val="0"/>
        </a:spcBef>
        <a:buNone/>
        <a:defRPr sz="44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0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6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49" y="365126"/>
            <a:ext cx="8154623" cy="4534045"/>
          </a:xfrm>
        </p:spPr>
        <p:txBody>
          <a:bodyPr>
            <a:normAutofit/>
          </a:bodyPr>
          <a:lstStyle/>
          <a:p>
            <a:r>
              <a:rPr lang="en-US" dirty="0"/>
              <a:t>AI SELF –DRIVING CAR</a:t>
            </a:r>
            <a:endParaRPr dirty="0"/>
          </a:p>
        </p:txBody>
      </p:sp>
      <p:pic>
        <p:nvPicPr>
          <p:cNvPr id="10" name="Content Placeholder 9">
            <a:extLst>
              <a:ext uri="{FF2B5EF4-FFF2-40B4-BE49-F238E27FC236}">
                <a16:creationId xmlns:a16="http://schemas.microsoft.com/office/drawing/2014/main" id="{A5F0D7BD-66A1-FF7B-FBA4-AAB3BA1D9BD4}"/>
              </a:ext>
            </a:extLst>
          </p:cNvPr>
          <p:cNvPicPr>
            <a:picLocks noGrp="1" noChangeAspect="1"/>
          </p:cNvPicPr>
          <p:nvPr>
            <p:ph idx="1"/>
          </p:nvPr>
        </p:nvPicPr>
        <p:blipFill>
          <a:blip r:embed="rId2"/>
          <a:stretch>
            <a:fillRect/>
          </a:stretch>
        </p:blipFill>
        <p:spPr>
          <a:xfrm>
            <a:off x="0" y="-1"/>
            <a:ext cx="9144000" cy="685800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Arduino UNO</a:t>
            </a:r>
          </a:p>
        </p:txBody>
      </p:sp>
      <p:sp>
        <p:nvSpPr>
          <p:cNvPr id="3" name="Content Placeholder 2"/>
          <p:cNvSpPr>
            <a:spLocks noGrp="1"/>
          </p:cNvSpPr>
          <p:nvPr>
            <p:ph idx="1"/>
          </p:nvPr>
        </p:nvSpPr>
        <p:spPr>
          <a:xfrm>
            <a:off x="768096" y="1773936"/>
            <a:ext cx="7290055" cy="4535424"/>
          </a:xfrm>
        </p:spPr>
        <p:txBody>
          <a:bodyPr/>
          <a:lstStyle/>
          <a:p>
            <a:r>
              <a:rPr dirty="0"/>
              <a:t>Main controller board used to process Bluetooth commands and control motors.</a:t>
            </a:r>
            <a:endParaRPr lang="en-US" dirty="0"/>
          </a:p>
          <a:p>
            <a:endParaRPr dirty="0"/>
          </a:p>
        </p:txBody>
      </p:sp>
      <p:pic>
        <p:nvPicPr>
          <p:cNvPr id="5" name="Picture 4">
            <a:extLst>
              <a:ext uri="{FF2B5EF4-FFF2-40B4-BE49-F238E27FC236}">
                <a16:creationId xmlns:a16="http://schemas.microsoft.com/office/drawing/2014/main" id="{2C294DDB-86F6-86D8-F432-2D85E9B84C0B}"/>
              </a:ext>
            </a:extLst>
          </p:cNvPr>
          <p:cNvPicPr>
            <a:picLocks noChangeAspect="1"/>
          </p:cNvPicPr>
          <p:nvPr/>
        </p:nvPicPr>
        <p:blipFill>
          <a:blip r:embed="rId2"/>
          <a:stretch>
            <a:fillRect/>
          </a:stretch>
        </p:blipFill>
        <p:spPr>
          <a:xfrm>
            <a:off x="1828800" y="2434092"/>
            <a:ext cx="5129784" cy="352600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HC-05 Bluetooth Module</a:t>
            </a:r>
          </a:p>
        </p:txBody>
      </p:sp>
      <p:sp>
        <p:nvSpPr>
          <p:cNvPr id="3" name="Content Placeholder 2"/>
          <p:cNvSpPr>
            <a:spLocks noGrp="1"/>
          </p:cNvSpPr>
          <p:nvPr>
            <p:ph idx="1"/>
          </p:nvPr>
        </p:nvSpPr>
        <p:spPr>
          <a:xfrm>
            <a:off x="768096" y="1664208"/>
            <a:ext cx="7290055" cy="4645152"/>
          </a:xfrm>
        </p:spPr>
        <p:txBody>
          <a:bodyPr/>
          <a:lstStyle/>
          <a:p>
            <a:r>
              <a:rPr dirty="0"/>
              <a:t>Used for wireless communication between mobile phone and robot.</a:t>
            </a:r>
            <a:endParaRPr lang="en-US" dirty="0"/>
          </a:p>
          <a:p>
            <a:endParaRPr lang="en-US" dirty="0"/>
          </a:p>
          <a:p>
            <a:endParaRPr lang="en-US" dirty="0"/>
          </a:p>
          <a:p>
            <a:endParaRPr dirty="0"/>
          </a:p>
        </p:txBody>
      </p:sp>
      <p:pic>
        <p:nvPicPr>
          <p:cNvPr id="5" name="Picture 4">
            <a:extLst>
              <a:ext uri="{FF2B5EF4-FFF2-40B4-BE49-F238E27FC236}">
                <a16:creationId xmlns:a16="http://schemas.microsoft.com/office/drawing/2014/main" id="{E53B9255-B008-D533-843C-7EF90BFFA995}"/>
              </a:ext>
            </a:extLst>
          </p:cNvPr>
          <p:cNvPicPr>
            <a:picLocks noChangeAspect="1"/>
          </p:cNvPicPr>
          <p:nvPr/>
        </p:nvPicPr>
        <p:blipFill>
          <a:blip r:embed="rId2"/>
          <a:stretch>
            <a:fillRect/>
          </a:stretch>
        </p:blipFill>
        <p:spPr>
          <a:xfrm>
            <a:off x="4281356" y="2289014"/>
            <a:ext cx="4094548" cy="3279682"/>
          </a:xfrm>
          <a:prstGeom prst="rect">
            <a:avLst/>
          </a:prstGeom>
        </p:spPr>
      </p:pic>
      <p:graphicFrame>
        <p:nvGraphicFramePr>
          <p:cNvPr id="4" name="Table 3">
            <a:extLst>
              <a:ext uri="{FF2B5EF4-FFF2-40B4-BE49-F238E27FC236}">
                <a16:creationId xmlns:a16="http://schemas.microsoft.com/office/drawing/2014/main" id="{7B78D8BD-2F95-E6AE-8CED-B9F24F1B6689}"/>
              </a:ext>
            </a:extLst>
          </p:cNvPr>
          <p:cNvGraphicFramePr>
            <a:graphicFrameLocks noGrp="1"/>
          </p:cNvGraphicFramePr>
          <p:nvPr>
            <p:extLst>
              <p:ext uri="{D42A27DB-BD31-4B8C-83A1-F6EECF244321}">
                <p14:modId xmlns:p14="http://schemas.microsoft.com/office/powerpoint/2010/main" val="2057470808"/>
              </p:ext>
            </p:extLst>
          </p:nvPr>
        </p:nvGraphicFramePr>
        <p:xfrm>
          <a:off x="1159381" y="2677717"/>
          <a:ext cx="3253742" cy="1828800"/>
        </p:xfrm>
        <a:graphic>
          <a:graphicData uri="http://schemas.openxmlformats.org/drawingml/2006/table">
            <a:tbl>
              <a:tblPr/>
              <a:tblGrid>
                <a:gridCol w="1626871">
                  <a:extLst>
                    <a:ext uri="{9D8B030D-6E8A-4147-A177-3AD203B41FA5}">
                      <a16:colId xmlns:a16="http://schemas.microsoft.com/office/drawing/2014/main" val="4230546381"/>
                    </a:ext>
                  </a:extLst>
                </a:gridCol>
                <a:gridCol w="1626871">
                  <a:extLst>
                    <a:ext uri="{9D8B030D-6E8A-4147-A177-3AD203B41FA5}">
                      <a16:colId xmlns:a16="http://schemas.microsoft.com/office/drawing/2014/main" val="3491324093"/>
                    </a:ext>
                  </a:extLst>
                </a:gridCol>
              </a:tblGrid>
              <a:tr h="339725">
                <a:tc>
                  <a:txBody>
                    <a:bodyPr/>
                    <a:lstStyle/>
                    <a:p>
                      <a:pPr>
                        <a:buNone/>
                      </a:pPr>
                      <a:r>
                        <a:rPr lang="en-IN"/>
                        <a:t>HC-05</a:t>
                      </a:r>
                    </a:p>
                  </a:txBody>
                  <a:tcPr anchor="ctr">
                    <a:lnL>
                      <a:noFill/>
                    </a:lnL>
                    <a:lnR>
                      <a:noFill/>
                    </a:lnR>
                    <a:lnT>
                      <a:noFill/>
                    </a:lnT>
                    <a:lnB>
                      <a:noFill/>
                    </a:lnB>
                    <a:noFill/>
                  </a:tcPr>
                </a:tc>
                <a:tc>
                  <a:txBody>
                    <a:bodyPr/>
                    <a:lstStyle/>
                    <a:p>
                      <a:pPr>
                        <a:buNone/>
                      </a:pPr>
                      <a:r>
                        <a:rPr lang="en-IN"/>
                        <a:t>Arduino</a:t>
                      </a:r>
                    </a:p>
                  </a:txBody>
                  <a:tcPr anchor="ctr">
                    <a:lnL>
                      <a:noFill/>
                    </a:lnL>
                    <a:lnR>
                      <a:noFill/>
                    </a:lnR>
                    <a:lnT>
                      <a:noFill/>
                    </a:lnT>
                    <a:lnB>
                      <a:noFill/>
                    </a:lnB>
                    <a:noFill/>
                  </a:tcPr>
                </a:tc>
                <a:extLst>
                  <a:ext uri="{0D108BD9-81ED-4DB2-BD59-A6C34878D82A}">
                    <a16:rowId xmlns:a16="http://schemas.microsoft.com/office/drawing/2014/main" val="1475800"/>
                  </a:ext>
                </a:extLst>
              </a:tr>
              <a:tr h="339725">
                <a:tc>
                  <a:txBody>
                    <a:bodyPr/>
                    <a:lstStyle/>
                    <a:p>
                      <a:pPr>
                        <a:buNone/>
                      </a:pPr>
                      <a:r>
                        <a:rPr lang="en-IN"/>
                        <a:t>VCC</a:t>
                      </a:r>
                    </a:p>
                  </a:txBody>
                  <a:tcPr anchor="ctr">
                    <a:lnL>
                      <a:noFill/>
                    </a:lnL>
                    <a:lnR>
                      <a:noFill/>
                    </a:lnR>
                    <a:lnT>
                      <a:noFill/>
                    </a:lnT>
                    <a:lnB>
                      <a:noFill/>
                    </a:lnB>
                    <a:noFill/>
                  </a:tcPr>
                </a:tc>
                <a:tc>
                  <a:txBody>
                    <a:bodyPr/>
                    <a:lstStyle/>
                    <a:p>
                      <a:pPr>
                        <a:buNone/>
                      </a:pPr>
                      <a:r>
                        <a:rPr lang="en-IN"/>
                        <a:t>5V</a:t>
                      </a:r>
                    </a:p>
                  </a:txBody>
                  <a:tcPr anchor="ctr">
                    <a:lnL>
                      <a:noFill/>
                    </a:lnL>
                    <a:lnR>
                      <a:noFill/>
                    </a:lnR>
                    <a:lnT>
                      <a:noFill/>
                    </a:lnT>
                    <a:lnB>
                      <a:noFill/>
                    </a:lnB>
                    <a:noFill/>
                  </a:tcPr>
                </a:tc>
                <a:extLst>
                  <a:ext uri="{0D108BD9-81ED-4DB2-BD59-A6C34878D82A}">
                    <a16:rowId xmlns:a16="http://schemas.microsoft.com/office/drawing/2014/main" val="3058149945"/>
                  </a:ext>
                </a:extLst>
              </a:tr>
              <a:tr h="339725">
                <a:tc>
                  <a:txBody>
                    <a:bodyPr/>
                    <a:lstStyle/>
                    <a:p>
                      <a:pPr>
                        <a:buNone/>
                      </a:pPr>
                      <a:r>
                        <a:rPr lang="en-IN" dirty="0"/>
                        <a:t>GND</a:t>
                      </a:r>
                    </a:p>
                  </a:txBody>
                  <a:tcPr anchor="ctr">
                    <a:lnL>
                      <a:noFill/>
                    </a:lnL>
                    <a:lnR>
                      <a:noFill/>
                    </a:lnR>
                    <a:lnT>
                      <a:noFill/>
                    </a:lnT>
                    <a:lnB>
                      <a:noFill/>
                    </a:lnB>
                    <a:noFill/>
                  </a:tcPr>
                </a:tc>
                <a:tc>
                  <a:txBody>
                    <a:bodyPr/>
                    <a:lstStyle/>
                    <a:p>
                      <a:pPr>
                        <a:buNone/>
                      </a:pPr>
                      <a:r>
                        <a:rPr lang="en-IN"/>
                        <a:t>GND</a:t>
                      </a:r>
                    </a:p>
                  </a:txBody>
                  <a:tcPr anchor="ctr">
                    <a:lnL>
                      <a:noFill/>
                    </a:lnL>
                    <a:lnR>
                      <a:noFill/>
                    </a:lnR>
                    <a:lnT>
                      <a:noFill/>
                    </a:lnT>
                    <a:lnB>
                      <a:noFill/>
                    </a:lnB>
                    <a:noFill/>
                  </a:tcPr>
                </a:tc>
                <a:extLst>
                  <a:ext uri="{0D108BD9-81ED-4DB2-BD59-A6C34878D82A}">
                    <a16:rowId xmlns:a16="http://schemas.microsoft.com/office/drawing/2014/main" val="3403952452"/>
                  </a:ext>
                </a:extLst>
              </a:tr>
              <a:tr h="339725">
                <a:tc>
                  <a:txBody>
                    <a:bodyPr/>
                    <a:lstStyle/>
                    <a:p>
                      <a:pPr>
                        <a:buNone/>
                      </a:pPr>
                      <a:r>
                        <a:rPr lang="en-IN" dirty="0"/>
                        <a:t>TXD</a:t>
                      </a:r>
                    </a:p>
                  </a:txBody>
                  <a:tcPr anchor="ctr">
                    <a:lnL>
                      <a:noFill/>
                    </a:lnL>
                    <a:lnR>
                      <a:noFill/>
                    </a:lnR>
                    <a:lnT>
                      <a:noFill/>
                    </a:lnT>
                    <a:lnB>
                      <a:noFill/>
                    </a:lnB>
                    <a:noFill/>
                  </a:tcPr>
                </a:tc>
                <a:tc>
                  <a:txBody>
                    <a:bodyPr/>
                    <a:lstStyle/>
                    <a:p>
                      <a:pPr>
                        <a:buNone/>
                      </a:pPr>
                      <a:r>
                        <a:rPr lang="en-IN"/>
                        <a:t>RX Pin</a:t>
                      </a:r>
                    </a:p>
                  </a:txBody>
                  <a:tcPr anchor="ctr">
                    <a:lnL>
                      <a:noFill/>
                    </a:lnL>
                    <a:lnR>
                      <a:noFill/>
                    </a:lnR>
                    <a:lnT>
                      <a:noFill/>
                    </a:lnT>
                    <a:lnB>
                      <a:noFill/>
                    </a:lnB>
                    <a:noFill/>
                  </a:tcPr>
                </a:tc>
                <a:extLst>
                  <a:ext uri="{0D108BD9-81ED-4DB2-BD59-A6C34878D82A}">
                    <a16:rowId xmlns:a16="http://schemas.microsoft.com/office/drawing/2014/main" val="135678117"/>
                  </a:ext>
                </a:extLst>
              </a:tr>
              <a:tr h="339725">
                <a:tc>
                  <a:txBody>
                    <a:bodyPr/>
                    <a:lstStyle/>
                    <a:p>
                      <a:pPr>
                        <a:buNone/>
                      </a:pPr>
                      <a:r>
                        <a:rPr lang="en-IN"/>
                        <a:t>RXD</a:t>
                      </a:r>
                    </a:p>
                  </a:txBody>
                  <a:tcPr anchor="ctr">
                    <a:lnL>
                      <a:noFill/>
                    </a:lnL>
                    <a:lnR>
                      <a:noFill/>
                    </a:lnR>
                    <a:lnT>
                      <a:noFill/>
                    </a:lnT>
                    <a:lnB>
                      <a:noFill/>
                    </a:lnB>
                    <a:noFill/>
                  </a:tcPr>
                </a:tc>
                <a:tc>
                  <a:txBody>
                    <a:bodyPr/>
                    <a:lstStyle/>
                    <a:p>
                      <a:pPr>
                        <a:buNone/>
                      </a:pPr>
                      <a:r>
                        <a:rPr lang="en-IN" dirty="0"/>
                        <a:t>TX Pin</a:t>
                      </a:r>
                    </a:p>
                  </a:txBody>
                  <a:tcPr anchor="ctr">
                    <a:lnL>
                      <a:noFill/>
                    </a:lnL>
                    <a:lnR>
                      <a:noFill/>
                    </a:lnR>
                    <a:lnT>
                      <a:noFill/>
                    </a:lnT>
                    <a:lnB>
                      <a:noFill/>
                    </a:lnB>
                    <a:noFill/>
                  </a:tcPr>
                </a:tc>
                <a:extLst>
                  <a:ext uri="{0D108BD9-81ED-4DB2-BD59-A6C34878D82A}">
                    <a16:rowId xmlns:a16="http://schemas.microsoft.com/office/drawing/2014/main" val="2264593162"/>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28DA37-88B4-AF60-1178-0717732B15B3}"/>
              </a:ext>
            </a:extLst>
          </p:cNvPr>
          <p:cNvSpPr>
            <a:spLocks noGrp="1"/>
          </p:cNvSpPr>
          <p:nvPr>
            <p:ph type="title"/>
          </p:nvPr>
        </p:nvSpPr>
        <p:spPr/>
        <p:txBody>
          <a:bodyPr/>
          <a:lstStyle/>
          <a:p>
            <a:r>
              <a:rPr lang="en-IN" b="1" dirty="0"/>
              <a:t> L298N Motor Driver</a:t>
            </a:r>
            <a:endParaRPr lang="en-IN" dirty="0"/>
          </a:p>
        </p:txBody>
      </p:sp>
      <p:graphicFrame>
        <p:nvGraphicFramePr>
          <p:cNvPr id="4" name="Content Placeholder 3">
            <a:extLst>
              <a:ext uri="{FF2B5EF4-FFF2-40B4-BE49-F238E27FC236}">
                <a16:creationId xmlns:a16="http://schemas.microsoft.com/office/drawing/2014/main" id="{2F047ABC-33A4-3520-BBCF-1E2BF70A0956}"/>
              </a:ext>
            </a:extLst>
          </p:cNvPr>
          <p:cNvGraphicFramePr>
            <a:graphicFrameLocks noGrp="1"/>
          </p:cNvGraphicFramePr>
          <p:nvPr>
            <p:ph idx="1"/>
            <p:extLst>
              <p:ext uri="{D42A27DB-BD31-4B8C-83A1-F6EECF244321}">
                <p14:modId xmlns:p14="http://schemas.microsoft.com/office/powerpoint/2010/main" val="3426140330"/>
              </p:ext>
            </p:extLst>
          </p:nvPr>
        </p:nvGraphicFramePr>
        <p:xfrm>
          <a:off x="475488" y="1773936"/>
          <a:ext cx="8147304" cy="45354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935423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E898CC-3684-4FC8-3BC0-088CDA57C743}"/>
              </a:ext>
            </a:extLst>
          </p:cNvPr>
          <p:cNvSpPr>
            <a:spLocks noGrp="1"/>
          </p:cNvSpPr>
          <p:nvPr>
            <p:ph type="title"/>
          </p:nvPr>
        </p:nvSpPr>
        <p:spPr/>
        <p:txBody>
          <a:bodyPr>
            <a:normAutofit/>
          </a:bodyPr>
          <a:lstStyle/>
          <a:p>
            <a:br>
              <a:rPr lang="en-US" b="1" dirty="0"/>
            </a:br>
            <a:r>
              <a:rPr lang="en-US" b="1" dirty="0"/>
              <a:t>Pinout of L298N motor driver</a:t>
            </a:r>
            <a:endParaRPr lang="en-IN" dirty="0"/>
          </a:p>
        </p:txBody>
      </p:sp>
      <p:graphicFrame>
        <p:nvGraphicFramePr>
          <p:cNvPr id="3" name="Content Placeholder 2">
            <a:extLst>
              <a:ext uri="{FF2B5EF4-FFF2-40B4-BE49-F238E27FC236}">
                <a16:creationId xmlns:a16="http://schemas.microsoft.com/office/drawing/2014/main" id="{802AAA3B-7B65-6B98-AC7F-DEC0601FF541}"/>
              </a:ext>
            </a:extLst>
          </p:cNvPr>
          <p:cNvGraphicFramePr>
            <a:graphicFrameLocks noGrp="1"/>
          </p:cNvGraphicFramePr>
          <p:nvPr>
            <p:ph idx="1"/>
            <p:extLst>
              <p:ext uri="{D42A27DB-BD31-4B8C-83A1-F6EECF244321}">
                <p14:modId xmlns:p14="http://schemas.microsoft.com/office/powerpoint/2010/main" val="3496858279"/>
              </p:ext>
            </p:extLst>
          </p:nvPr>
        </p:nvGraphicFramePr>
        <p:xfrm>
          <a:off x="795219" y="2176320"/>
          <a:ext cx="3776781" cy="3060561"/>
        </p:xfrm>
        <a:graphic>
          <a:graphicData uri="http://schemas.openxmlformats.org/drawingml/2006/table">
            <a:tbl>
              <a:tblPr/>
              <a:tblGrid>
                <a:gridCol w="1258927">
                  <a:extLst>
                    <a:ext uri="{9D8B030D-6E8A-4147-A177-3AD203B41FA5}">
                      <a16:colId xmlns:a16="http://schemas.microsoft.com/office/drawing/2014/main" val="1607737243"/>
                    </a:ext>
                  </a:extLst>
                </a:gridCol>
                <a:gridCol w="1258927">
                  <a:extLst>
                    <a:ext uri="{9D8B030D-6E8A-4147-A177-3AD203B41FA5}">
                      <a16:colId xmlns:a16="http://schemas.microsoft.com/office/drawing/2014/main" val="3375243136"/>
                    </a:ext>
                  </a:extLst>
                </a:gridCol>
                <a:gridCol w="1258927">
                  <a:extLst>
                    <a:ext uri="{9D8B030D-6E8A-4147-A177-3AD203B41FA5}">
                      <a16:colId xmlns:a16="http://schemas.microsoft.com/office/drawing/2014/main" val="4217516211"/>
                    </a:ext>
                  </a:extLst>
                </a:gridCol>
              </a:tblGrid>
              <a:tr h="309347">
                <a:tc>
                  <a:txBody>
                    <a:bodyPr/>
                    <a:lstStyle/>
                    <a:p>
                      <a:pPr>
                        <a:buNone/>
                      </a:pPr>
                      <a:r>
                        <a:rPr lang="en-IN" dirty="0"/>
                        <a:t>IN1</a:t>
                      </a:r>
                    </a:p>
                  </a:txBody>
                  <a:tcPr anchor="ctr">
                    <a:lnL>
                      <a:noFill/>
                    </a:lnL>
                    <a:lnR>
                      <a:noFill/>
                    </a:lnR>
                    <a:lnT>
                      <a:noFill/>
                    </a:lnT>
                    <a:lnB>
                      <a:noFill/>
                    </a:lnB>
                    <a:noFill/>
                  </a:tcPr>
                </a:tc>
                <a:tc>
                  <a:txBody>
                    <a:bodyPr/>
                    <a:lstStyle/>
                    <a:p>
                      <a:pPr>
                        <a:buNone/>
                      </a:pPr>
                      <a:r>
                        <a:rPr lang="en-IN"/>
                        <a:t>IN2</a:t>
                      </a:r>
                    </a:p>
                  </a:txBody>
                  <a:tcPr anchor="ctr">
                    <a:lnL>
                      <a:noFill/>
                    </a:lnL>
                    <a:lnR>
                      <a:noFill/>
                    </a:lnR>
                    <a:lnT>
                      <a:noFill/>
                    </a:lnT>
                    <a:lnB>
                      <a:noFill/>
                    </a:lnB>
                    <a:noFill/>
                  </a:tcPr>
                </a:tc>
                <a:tc>
                  <a:txBody>
                    <a:bodyPr/>
                    <a:lstStyle/>
                    <a:p>
                      <a:pPr>
                        <a:buNone/>
                      </a:pPr>
                      <a:r>
                        <a:rPr lang="en-IN"/>
                        <a:t>Left Motor</a:t>
                      </a:r>
                    </a:p>
                  </a:txBody>
                  <a:tcPr anchor="ctr">
                    <a:lnL>
                      <a:noFill/>
                    </a:lnL>
                    <a:lnR>
                      <a:noFill/>
                    </a:lnR>
                    <a:lnT>
                      <a:noFill/>
                    </a:lnT>
                    <a:lnB>
                      <a:noFill/>
                    </a:lnB>
                    <a:noFill/>
                  </a:tcPr>
                </a:tc>
                <a:extLst>
                  <a:ext uri="{0D108BD9-81ED-4DB2-BD59-A6C34878D82A}">
                    <a16:rowId xmlns:a16="http://schemas.microsoft.com/office/drawing/2014/main" val="3170212826"/>
                  </a:ext>
                </a:extLst>
              </a:tr>
              <a:tr h="309347">
                <a:tc>
                  <a:txBody>
                    <a:bodyPr/>
                    <a:lstStyle/>
                    <a:p>
                      <a:pPr>
                        <a:buNone/>
                      </a:pPr>
                      <a:r>
                        <a:rPr lang="en-IN"/>
                        <a:t>1</a:t>
                      </a:r>
                    </a:p>
                  </a:txBody>
                  <a:tcPr anchor="ctr">
                    <a:lnL>
                      <a:noFill/>
                    </a:lnL>
                    <a:lnR>
                      <a:noFill/>
                    </a:lnR>
                    <a:lnT>
                      <a:noFill/>
                    </a:lnT>
                    <a:lnB>
                      <a:noFill/>
                    </a:lnB>
                    <a:noFill/>
                  </a:tcPr>
                </a:tc>
                <a:tc>
                  <a:txBody>
                    <a:bodyPr/>
                    <a:lstStyle/>
                    <a:p>
                      <a:pPr>
                        <a:buNone/>
                      </a:pPr>
                      <a:r>
                        <a:rPr lang="en-IN"/>
                        <a:t>0</a:t>
                      </a:r>
                    </a:p>
                  </a:txBody>
                  <a:tcPr anchor="ctr">
                    <a:lnL>
                      <a:noFill/>
                    </a:lnL>
                    <a:lnR>
                      <a:noFill/>
                    </a:lnR>
                    <a:lnT>
                      <a:noFill/>
                    </a:lnT>
                    <a:lnB>
                      <a:noFill/>
                    </a:lnB>
                    <a:noFill/>
                  </a:tcPr>
                </a:tc>
                <a:tc>
                  <a:txBody>
                    <a:bodyPr/>
                    <a:lstStyle/>
                    <a:p>
                      <a:pPr>
                        <a:buNone/>
                      </a:pPr>
                      <a:r>
                        <a:rPr lang="en-IN"/>
                        <a:t>Forward</a:t>
                      </a:r>
                    </a:p>
                  </a:txBody>
                  <a:tcPr anchor="ctr">
                    <a:lnL>
                      <a:noFill/>
                    </a:lnL>
                    <a:lnR>
                      <a:noFill/>
                    </a:lnR>
                    <a:lnT>
                      <a:noFill/>
                    </a:lnT>
                    <a:lnB>
                      <a:noFill/>
                    </a:lnB>
                    <a:noFill/>
                  </a:tcPr>
                </a:tc>
                <a:extLst>
                  <a:ext uri="{0D108BD9-81ED-4DB2-BD59-A6C34878D82A}">
                    <a16:rowId xmlns:a16="http://schemas.microsoft.com/office/drawing/2014/main" val="535939386"/>
                  </a:ext>
                </a:extLst>
              </a:tr>
              <a:tr h="309347">
                <a:tc>
                  <a:txBody>
                    <a:bodyPr/>
                    <a:lstStyle/>
                    <a:p>
                      <a:pPr>
                        <a:buNone/>
                      </a:pPr>
                      <a:r>
                        <a:rPr lang="en-IN"/>
                        <a:t>0</a:t>
                      </a:r>
                    </a:p>
                  </a:txBody>
                  <a:tcPr anchor="ctr">
                    <a:lnL>
                      <a:noFill/>
                    </a:lnL>
                    <a:lnR>
                      <a:noFill/>
                    </a:lnR>
                    <a:lnT>
                      <a:noFill/>
                    </a:lnT>
                    <a:lnB>
                      <a:noFill/>
                    </a:lnB>
                    <a:noFill/>
                  </a:tcPr>
                </a:tc>
                <a:tc>
                  <a:txBody>
                    <a:bodyPr/>
                    <a:lstStyle/>
                    <a:p>
                      <a:pPr>
                        <a:buNone/>
                      </a:pPr>
                      <a:r>
                        <a:rPr lang="en-IN" dirty="0"/>
                        <a:t>1</a:t>
                      </a:r>
                    </a:p>
                  </a:txBody>
                  <a:tcPr anchor="ctr">
                    <a:lnL>
                      <a:noFill/>
                    </a:lnL>
                    <a:lnR>
                      <a:noFill/>
                    </a:lnR>
                    <a:lnT>
                      <a:noFill/>
                    </a:lnT>
                    <a:lnB>
                      <a:noFill/>
                    </a:lnB>
                    <a:noFill/>
                  </a:tcPr>
                </a:tc>
                <a:tc>
                  <a:txBody>
                    <a:bodyPr/>
                    <a:lstStyle/>
                    <a:p>
                      <a:pPr>
                        <a:buNone/>
                      </a:pPr>
                      <a:r>
                        <a:rPr lang="en-IN" dirty="0"/>
                        <a:t>Backward</a:t>
                      </a:r>
                    </a:p>
                  </a:txBody>
                  <a:tcPr anchor="ctr">
                    <a:lnL>
                      <a:noFill/>
                    </a:lnL>
                    <a:lnR>
                      <a:noFill/>
                    </a:lnR>
                    <a:lnT>
                      <a:noFill/>
                    </a:lnT>
                    <a:lnB>
                      <a:noFill/>
                    </a:lnB>
                    <a:noFill/>
                  </a:tcPr>
                </a:tc>
                <a:extLst>
                  <a:ext uri="{0D108BD9-81ED-4DB2-BD59-A6C34878D82A}">
                    <a16:rowId xmlns:a16="http://schemas.microsoft.com/office/drawing/2014/main" val="1912290438"/>
                  </a:ext>
                </a:extLst>
              </a:tr>
              <a:tr h="541357">
                <a:tc>
                  <a:txBody>
                    <a:bodyPr/>
                    <a:lstStyle/>
                    <a:p>
                      <a:pPr>
                        <a:buNone/>
                      </a:pPr>
                      <a:r>
                        <a:rPr lang="en-IN" dirty="0"/>
                        <a:t>IN3</a:t>
                      </a:r>
                    </a:p>
                  </a:txBody>
                  <a:tcPr anchor="ctr">
                    <a:lnL>
                      <a:noFill/>
                    </a:lnL>
                    <a:lnR>
                      <a:noFill/>
                    </a:lnR>
                    <a:lnT>
                      <a:noFill/>
                    </a:lnT>
                    <a:lnB>
                      <a:noFill/>
                    </a:lnB>
                    <a:noFill/>
                  </a:tcPr>
                </a:tc>
                <a:tc>
                  <a:txBody>
                    <a:bodyPr/>
                    <a:lstStyle/>
                    <a:p>
                      <a:pPr>
                        <a:buNone/>
                      </a:pPr>
                      <a:r>
                        <a:rPr lang="en-IN"/>
                        <a:t>IN4</a:t>
                      </a:r>
                    </a:p>
                  </a:txBody>
                  <a:tcPr anchor="ctr">
                    <a:lnL>
                      <a:noFill/>
                    </a:lnL>
                    <a:lnR>
                      <a:noFill/>
                    </a:lnR>
                    <a:lnT>
                      <a:noFill/>
                    </a:lnT>
                    <a:lnB>
                      <a:noFill/>
                    </a:lnB>
                    <a:noFill/>
                  </a:tcPr>
                </a:tc>
                <a:tc>
                  <a:txBody>
                    <a:bodyPr/>
                    <a:lstStyle/>
                    <a:p>
                      <a:pPr>
                        <a:buNone/>
                      </a:pPr>
                      <a:r>
                        <a:rPr lang="en-IN"/>
                        <a:t>Right Motor</a:t>
                      </a:r>
                    </a:p>
                  </a:txBody>
                  <a:tcPr anchor="ctr">
                    <a:lnL>
                      <a:noFill/>
                    </a:lnL>
                    <a:lnR>
                      <a:noFill/>
                    </a:lnR>
                    <a:lnT>
                      <a:noFill/>
                    </a:lnT>
                    <a:lnB>
                      <a:noFill/>
                    </a:lnB>
                    <a:noFill/>
                  </a:tcPr>
                </a:tc>
                <a:extLst>
                  <a:ext uri="{0D108BD9-81ED-4DB2-BD59-A6C34878D82A}">
                    <a16:rowId xmlns:a16="http://schemas.microsoft.com/office/drawing/2014/main" val="4236728389"/>
                  </a:ext>
                </a:extLst>
              </a:tr>
              <a:tr h="309347">
                <a:tc>
                  <a:txBody>
                    <a:bodyPr/>
                    <a:lstStyle/>
                    <a:p>
                      <a:pPr>
                        <a:buNone/>
                      </a:pPr>
                      <a:r>
                        <a:rPr lang="en-IN"/>
                        <a:t>1</a:t>
                      </a:r>
                    </a:p>
                  </a:txBody>
                  <a:tcPr anchor="ctr">
                    <a:lnL>
                      <a:noFill/>
                    </a:lnL>
                    <a:lnR>
                      <a:noFill/>
                    </a:lnR>
                    <a:lnT>
                      <a:noFill/>
                    </a:lnT>
                    <a:lnB>
                      <a:noFill/>
                    </a:lnB>
                    <a:noFill/>
                  </a:tcPr>
                </a:tc>
                <a:tc>
                  <a:txBody>
                    <a:bodyPr/>
                    <a:lstStyle/>
                    <a:p>
                      <a:pPr>
                        <a:buNone/>
                      </a:pPr>
                      <a:r>
                        <a:rPr lang="en-IN"/>
                        <a:t>0</a:t>
                      </a:r>
                    </a:p>
                  </a:txBody>
                  <a:tcPr anchor="ctr">
                    <a:lnL>
                      <a:noFill/>
                    </a:lnL>
                    <a:lnR>
                      <a:noFill/>
                    </a:lnR>
                    <a:lnT>
                      <a:noFill/>
                    </a:lnT>
                    <a:lnB>
                      <a:noFill/>
                    </a:lnB>
                    <a:noFill/>
                  </a:tcPr>
                </a:tc>
                <a:tc>
                  <a:txBody>
                    <a:bodyPr/>
                    <a:lstStyle/>
                    <a:p>
                      <a:pPr>
                        <a:buNone/>
                      </a:pPr>
                      <a:r>
                        <a:rPr lang="en-IN"/>
                        <a:t>Forward</a:t>
                      </a:r>
                    </a:p>
                  </a:txBody>
                  <a:tcPr anchor="ctr">
                    <a:lnL>
                      <a:noFill/>
                    </a:lnL>
                    <a:lnR>
                      <a:noFill/>
                    </a:lnR>
                    <a:lnT>
                      <a:noFill/>
                    </a:lnT>
                    <a:lnB>
                      <a:noFill/>
                    </a:lnB>
                    <a:noFill/>
                  </a:tcPr>
                </a:tc>
                <a:extLst>
                  <a:ext uri="{0D108BD9-81ED-4DB2-BD59-A6C34878D82A}">
                    <a16:rowId xmlns:a16="http://schemas.microsoft.com/office/drawing/2014/main" val="1019419478"/>
                  </a:ext>
                </a:extLst>
              </a:tr>
              <a:tr h="309347">
                <a:tc>
                  <a:txBody>
                    <a:bodyPr/>
                    <a:lstStyle/>
                    <a:p>
                      <a:pPr>
                        <a:buNone/>
                      </a:pPr>
                      <a:r>
                        <a:rPr lang="en-IN"/>
                        <a:t>0</a:t>
                      </a:r>
                    </a:p>
                  </a:txBody>
                  <a:tcPr anchor="ctr">
                    <a:lnL>
                      <a:noFill/>
                    </a:lnL>
                    <a:lnR>
                      <a:noFill/>
                    </a:lnR>
                    <a:lnT>
                      <a:noFill/>
                    </a:lnT>
                    <a:lnB>
                      <a:noFill/>
                    </a:lnB>
                    <a:noFill/>
                  </a:tcPr>
                </a:tc>
                <a:tc>
                  <a:txBody>
                    <a:bodyPr/>
                    <a:lstStyle/>
                    <a:p>
                      <a:pPr>
                        <a:buNone/>
                      </a:pPr>
                      <a:r>
                        <a:rPr lang="en-IN"/>
                        <a:t>1</a:t>
                      </a:r>
                    </a:p>
                  </a:txBody>
                  <a:tcPr anchor="ctr">
                    <a:lnL>
                      <a:noFill/>
                    </a:lnL>
                    <a:lnR>
                      <a:noFill/>
                    </a:lnR>
                    <a:lnT>
                      <a:noFill/>
                    </a:lnT>
                    <a:lnB>
                      <a:noFill/>
                    </a:lnB>
                    <a:noFill/>
                  </a:tcPr>
                </a:tc>
                <a:tc>
                  <a:txBody>
                    <a:bodyPr/>
                    <a:lstStyle/>
                    <a:p>
                      <a:pPr>
                        <a:buNone/>
                      </a:pPr>
                      <a:r>
                        <a:rPr lang="en-IN" dirty="0"/>
                        <a:t>Backward</a:t>
                      </a:r>
                    </a:p>
                  </a:txBody>
                  <a:tcPr anchor="ctr">
                    <a:lnL>
                      <a:noFill/>
                    </a:lnL>
                    <a:lnR>
                      <a:noFill/>
                    </a:lnR>
                    <a:lnT>
                      <a:noFill/>
                    </a:lnT>
                    <a:lnB>
                      <a:noFill/>
                    </a:lnB>
                    <a:noFill/>
                  </a:tcPr>
                </a:tc>
                <a:extLst>
                  <a:ext uri="{0D108BD9-81ED-4DB2-BD59-A6C34878D82A}">
                    <a16:rowId xmlns:a16="http://schemas.microsoft.com/office/drawing/2014/main" val="2841283107"/>
                  </a:ext>
                </a:extLst>
              </a:tr>
              <a:tr h="291960">
                <a:tc>
                  <a:txBody>
                    <a:bodyPr/>
                    <a:lstStyle/>
                    <a:p>
                      <a:pPr>
                        <a:buNone/>
                      </a:pPr>
                      <a:endParaRPr lang="en-IN" sz="1700" dirty="0"/>
                    </a:p>
                  </a:txBody>
                  <a:tcPr marL="86122" marR="86122" marT="43061" marB="43061" anchor="ctr">
                    <a:lnL>
                      <a:noFill/>
                    </a:lnL>
                    <a:lnR>
                      <a:noFill/>
                    </a:lnR>
                    <a:lnT>
                      <a:noFill/>
                    </a:lnT>
                    <a:lnB>
                      <a:noFill/>
                    </a:lnB>
                    <a:noFill/>
                  </a:tcPr>
                </a:tc>
                <a:tc>
                  <a:txBody>
                    <a:bodyPr/>
                    <a:lstStyle/>
                    <a:p>
                      <a:pPr>
                        <a:buNone/>
                      </a:pPr>
                      <a:endParaRPr lang="en-IN" sz="1700"/>
                    </a:p>
                  </a:txBody>
                  <a:tcPr marL="86122" marR="86122" marT="43061" marB="43061" anchor="ctr">
                    <a:lnL>
                      <a:noFill/>
                    </a:lnL>
                    <a:lnR>
                      <a:noFill/>
                    </a:lnR>
                    <a:lnT>
                      <a:noFill/>
                    </a:lnT>
                    <a:lnB>
                      <a:noFill/>
                    </a:lnB>
                    <a:noFill/>
                  </a:tcPr>
                </a:tc>
                <a:tc>
                  <a:txBody>
                    <a:bodyPr/>
                    <a:lstStyle/>
                    <a:p>
                      <a:pPr>
                        <a:buNone/>
                      </a:pPr>
                      <a:endParaRPr lang="en-IN" sz="1700" dirty="0"/>
                    </a:p>
                  </a:txBody>
                  <a:tcPr marL="86122" marR="86122" marT="43061" marB="43061" anchor="ctr">
                    <a:lnL>
                      <a:noFill/>
                    </a:lnL>
                    <a:lnR>
                      <a:noFill/>
                    </a:lnR>
                    <a:lnT>
                      <a:noFill/>
                    </a:lnT>
                    <a:lnB>
                      <a:noFill/>
                    </a:lnB>
                    <a:noFill/>
                  </a:tcPr>
                </a:tc>
                <a:extLst>
                  <a:ext uri="{0D108BD9-81ED-4DB2-BD59-A6C34878D82A}">
                    <a16:rowId xmlns:a16="http://schemas.microsoft.com/office/drawing/2014/main" val="215653221"/>
                  </a:ext>
                </a:extLst>
              </a:tr>
              <a:tr h="291960">
                <a:tc>
                  <a:txBody>
                    <a:bodyPr/>
                    <a:lstStyle/>
                    <a:p>
                      <a:pPr>
                        <a:buNone/>
                      </a:pPr>
                      <a:endParaRPr lang="en-IN" sz="1700"/>
                    </a:p>
                  </a:txBody>
                  <a:tcPr marL="86122" marR="86122" marT="43061" marB="43061" anchor="ctr">
                    <a:lnL>
                      <a:noFill/>
                    </a:lnL>
                    <a:lnR>
                      <a:noFill/>
                    </a:lnR>
                    <a:lnT>
                      <a:noFill/>
                    </a:lnT>
                    <a:lnB>
                      <a:noFill/>
                    </a:lnB>
                    <a:noFill/>
                  </a:tcPr>
                </a:tc>
                <a:tc>
                  <a:txBody>
                    <a:bodyPr/>
                    <a:lstStyle/>
                    <a:p>
                      <a:pPr>
                        <a:buNone/>
                      </a:pPr>
                      <a:endParaRPr lang="en-IN" sz="1700"/>
                    </a:p>
                  </a:txBody>
                  <a:tcPr marL="86122" marR="86122" marT="43061" marB="43061" anchor="ctr">
                    <a:lnL>
                      <a:noFill/>
                    </a:lnL>
                    <a:lnR>
                      <a:noFill/>
                    </a:lnR>
                    <a:lnT>
                      <a:noFill/>
                    </a:lnT>
                    <a:lnB>
                      <a:noFill/>
                    </a:lnB>
                    <a:noFill/>
                  </a:tcPr>
                </a:tc>
                <a:tc>
                  <a:txBody>
                    <a:bodyPr/>
                    <a:lstStyle/>
                    <a:p>
                      <a:pPr>
                        <a:buNone/>
                      </a:pPr>
                      <a:endParaRPr lang="en-IN" sz="1700" dirty="0"/>
                    </a:p>
                  </a:txBody>
                  <a:tcPr marL="86122" marR="86122" marT="43061" marB="43061" anchor="ctr">
                    <a:lnL>
                      <a:noFill/>
                    </a:lnL>
                    <a:lnR>
                      <a:noFill/>
                    </a:lnR>
                    <a:lnT>
                      <a:noFill/>
                    </a:lnT>
                    <a:lnB>
                      <a:noFill/>
                    </a:lnB>
                    <a:noFill/>
                  </a:tcPr>
                </a:tc>
                <a:extLst>
                  <a:ext uri="{0D108BD9-81ED-4DB2-BD59-A6C34878D82A}">
                    <a16:rowId xmlns:a16="http://schemas.microsoft.com/office/drawing/2014/main" val="1726650223"/>
                  </a:ext>
                </a:extLst>
              </a:tr>
            </a:tbl>
          </a:graphicData>
        </a:graphic>
      </p:graphicFrame>
      <p:pic>
        <p:nvPicPr>
          <p:cNvPr id="9" name="Picture 8">
            <a:extLst>
              <a:ext uri="{FF2B5EF4-FFF2-40B4-BE49-F238E27FC236}">
                <a16:creationId xmlns:a16="http://schemas.microsoft.com/office/drawing/2014/main" id="{CCC0CCBF-BF71-EC27-C037-9B3D9751A1DB}"/>
              </a:ext>
            </a:extLst>
          </p:cNvPr>
          <p:cNvPicPr>
            <a:picLocks noChangeAspect="1"/>
          </p:cNvPicPr>
          <p:nvPr/>
        </p:nvPicPr>
        <p:blipFill>
          <a:blip r:embed="rId2"/>
          <a:stretch>
            <a:fillRect/>
          </a:stretch>
        </p:blipFill>
        <p:spPr>
          <a:xfrm>
            <a:off x="4901185" y="2084832"/>
            <a:ext cx="3777356" cy="3759794"/>
          </a:xfrm>
          <a:prstGeom prst="rect">
            <a:avLst/>
          </a:prstGeom>
        </p:spPr>
      </p:pic>
    </p:spTree>
    <p:extLst>
      <p:ext uri="{BB962C8B-B14F-4D97-AF65-F5344CB8AC3E}">
        <p14:creationId xmlns:p14="http://schemas.microsoft.com/office/powerpoint/2010/main" val="41409492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DC Motors</a:t>
            </a:r>
          </a:p>
        </p:txBody>
      </p:sp>
      <p:sp>
        <p:nvSpPr>
          <p:cNvPr id="3" name="Content Placeholder 2"/>
          <p:cNvSpPr>
            <a:spLocks noGrp="1"/>
          </p:cNvSpPr>
          <p:nvPr>
            <p:ph idx="1"/>
          </p:nvPr>
        </p:nvSpPr>
        <p:spPr>
          <a:xfrm>
            <a:off x="768096" y="1783080"/>
            <a:ext cx="7290055" cy="4526280"/>
          </a:xfrm>
        </p:spPr>
        <p:txBody>
          <a:bodyPr/>
          <a:lstStyle/>
          <a:p>
            <a:r>
              <a:rPr dirty="0"/>
              <a:t>Two DC motors are used for robot movement and turning.</a:t>
            </a:r>
            <a:endParaRPr lang="en-US" dirty="0"/>
          </a:p>
          <a:p>
            <a:endParaRPr dirty="0"/>
          </a:p>
        </p:txBody>
      </p:sp>
      <p:pic>
        <p:nvPicPr>
          <p:cNvPr id="6" name="Picture 5">
            <a:extLst>
              <a:ext uri="{FF2B5EF4-FFF2-40B4-BE49-F238E27FC236}">
                <a16:creationId xmlns:a16="http://schemas.microsoft.com/office/drawing/2014/main" id="{C78200FF-45EF-25B6-C560-7FCD2D9829CA}"/>
              </a:ext>
            </a:extLst>
          </p:cNvPr>
          <p:cNvPicPr>
            <a:picLocks noChangeAspect="1"/>
          </p:cNvPicPr>
          <p:nvPr/>
        </p:nvPicPr>
        <p:blipFill>
          <a:blip r:embed="rId2"/>
          <a:stretch>
            <a:fillRect/>
          </a:stretch>
        </p:blipFill>
        <p:spPr>
          <a:xfrm>
            <a:off x="2075688" y="2158929"/>
            <a:ext cx="4764024" cy="415481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Project Workflow</a:t>
            </a:r>
          </a:p>
        </p:txBody>
      </p:sp>
      <p:sp>
        <p:nvSpPr>
          <p:cNvPr id="3" name="Content Placeholder 2"/>
          <p:cNvSpPr>
            <a:spLocks noGrp="1"/>
          </p:cNvSpPr>
          <p:nvPr>
            <p:ph idx="1"/>
          </p:nvPr>
        </p:nvSpPr>
        <p:spPr>
          <a:xfrm>
            <a:off x="768096" y="1847088"/>
            <a:ext cx="7290055" cy="4462272"/>
          </a:xfrm>
        </p:spPr>
        <p:txBody>
          <a:bodyPr/>
          <a:lstStyle/>
          <a:p>
            <a:r>
              <a:rPr dirty="0"/>
              <a:t>Mobile App -&gt; HC-05 -&gt; Arduino -&gt; Motor Shield -&gt; DC Motors</a:t>
            </a:r>
          </a:p>
        </p:txBody>
      </p:sp>
      <p:pic>
        <p:nvPicPr>
          <p:cNvPr id="6" name="Picture 5">
            <a:extLst>
              <a:ext uri="{FF2B5EF4-FFF2-40B4-BE49-F238E27FC236}">
                <a16:creationId xmlns:a16="http://schemas.microsoft.com/office/drawing/2014/main" id="{C25E0CDD-3878-758F-E5BD-45FC08ED3E18}"/>
              </a:ext>
            </a:extLst>
          </p:cNvPr>
          <p:cNvPicPr>
            <a:picLocks noChangeAspect="1"/>
          </p:cNvPicPr>
          <p:nvPr/>
        </p:nvPicPr>
        <p:blipFill>
          <a:blip r:embed="rId2"/>
          <a:stretch>
            <a:fillRect/>
          </a:stretch>
        </p:blipFill>
        <p:spPr>
          <a:xfrm>
            <a:off x="1161288" y="2423893"/>
            <a:ext cx="6208776" cy="38924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Command Summary</a:t>
            </a:r>
          </a:p>
        </p:txBody>
      </p:sp>
      <p:graphicFrame>
        <p:nvGraphicFramePr>
          <p:cNvPr id="3" name="Content Placeholder 2">
            <a:extLst>
              <a:ext uri="{FF2B5EF4-FFF2-40B4-BE49-F238E27FC236}">
                <a16:creationId xmlns:a16="http://schemas.microsoft.com/office/drawing/2014/main" id="{E11B9D16-9988-997F-9BA0-EEE936505636}"/>
              </a:ext>
            </a:extLst>
          </p:cNvPr>
          <p:cNvGraphicFramePr>
            <a:graphicFrameLocks noGrp="1"/>
          </p:cNvGraphicFramePr>
          <p:nvPr>
            <p:ph idx="1"/>
            <p:extLst>
              <p:ext uri="{D42A27DB-BD31-4B8C-83A1-F6EECF244321}">
                <p14:modId xmlns:p14="http://schemas.microsoft.com/office/powerpoint/2010/main" val="3412985178"/>
              </p:ext>
            </p:extLst>
          </p:nvPr>
        </p:nvGraphicFramePr>
        <p:xfrm>
          <a:off x="731520" y="2203704"/>
          <a:ext cx="7475220" cy="3657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Applications</a:t>
            </a:r>
          </a:p>
        </p:txBody>
      </p:sp>
      <p:graphicFrame>
        <p:nvGraphicFramePr>
          <p:cNvPr id="4" name="Content Placeholder 3">
            <a:extLst>
              <a:ext uri="{FF2B5EF4-FFF2-40B4-BE49-F238E27FC236}">
                <a16:creationId xmlns:a16="http://schemas.microsoft.com/office/drawing/2014/main" id="{40E97974-D1F4-2FE1-C49A-15A7F1BA03BD}"/>
              </a:ext>
            </a:extLst>
          </p:cNvPr>
          <p:cNvGraphicFramePr>
            <a:graphicFrameLocks noGrp="1"/>
          </p:cNvGraphicFramePr>
          <p:nvPr>
            <p:ph idx="1"/>
            <p:extLst>
              <p:ext uri="{D42A27DB-BD31-4B8C-83A1-F6EECF244321}">
                <p14:modId xmlns:p14="http://schemas.microsoft.com/office/powerpoint/2010/main" val="3004943158"/>
              </p:ext>
            </p:extLst>
          </p:nvPr>
        </p:nvGraphicFramePr>
        <p:xfrm>
          <a:off x="768096" y="2286000"/>
          <a:ext cx="7290055" cy="40233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B78C7-6954-BE8A-5B66-5003A308135A}"/>
              </a:ext>
            </a:extLst>
          </p:cNvPr>
          <p:cNvSpPr>
            <a:spLocks noGrp="1"/>
          </p:cNvSpPr>
          <p:nvPr>
            <p:ph type="title"/>
          </p:nvPr>
        </p:nvSpPr>
        <p:spPr/>
        <p:txBody>
          <a:bodyPr/>
          <a:lstStyle/>
          <a:p>
            <a:r>
              <a:rPr lang="en-IN" dirty="0"/>
              <a:t>Complete Workflow Architecture</a:t>
            </a:r>
          </a:p>
        </p:txBody>
      </p:sp>
      <p:pic>
        <p:nvPicPr>
          <p:cNvPr id="5" name="Content Placeholder 4">
            <a:extLst>
              <a:ext uri="{FF2B5EF4-FFF2-40B4-BE49-F238E27FC236}">
                <a16:creationId xmlns:a16="http://schemas.microsoft.com/office/drawing/2014/main" id="{C0F4CF98-800D-5E6F-86C5-5F541C561F24}"/>
              </a:ext>
            </a:extLst>
          </p:cNvPr>
          <p:cNvPicPr>
            <a:picLocks noGrp="1" noChangeAspect="1"/>
          </p:cNvPicPr>
          <p:nvPr>
            <p:ph idx="1"/>
          </p:nvPr>
        </p:nvPicPr>
        <p:blipFill>
          <a:blip r:embed="rId2"/>
          <a:stretch>
            <a:fillRect/>
          </a:stretch>
        </p:blipFill>
        <p:spPr>
          <a:xfrm>
            <a:off x="632682" y="1655064"/>
            <a:ext cx="7743222" cy="5162148"/>
          </a:xfrm>
          <a:prstGeom prst="rect">
            <a:avLst/>
          </a:prstGeom>
        </p:spPr>
      </p:pic>
    </p:spTree>
    <p:extLst>
      <p:ext uri="{BB962C8B-B14F-4D97-AF65-F5344CB8AC3E}">
        <p14:creationId xmlns:p14="http://schemas.microsoft.com/office/powerpoint/2010/main" val="15341794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E9E8B1-9722-7B05-B4CD-2831CF529EDB}"/>
              </a:ext>
            </a:extLst>
          </p:cNvPr>
          <p:cNvSpPr>
            <a:spLocks noGrp="1"/>
          </p:cNvSpPr>
          <p:nvPr>
            <p:ph type="title"/>
          </p:nvPr>
        </p:nvSpPr>
        <p:spPr>
          <a:xfrm>
            <a:off x="658273" y="512734"/>
            <a:ext cx="7827454" cy="1442907"/>
          </a:xfrm>
        </p:spPr>
        <p:txBody>
          <a:bodyPr>
            <a:noAutofit/>
          </a:bodyPr>
          <a:lstStyle/>
          <a:p>
            <a:pPr algn="ctr"/>
            <a:r>
              <a:rPr lang="en-US" sz="2800" b="1" dirty="0"/>
              <a:t>       Data Collection Workflow</a:t>
            </a:r>
            <a:br>
              <a:rPr lang="en-US" sz="2800" b="1" dirty="0"/>
            </a:br>
            <a:br>
              <a:rPr lang="en-US" sz="1600" b="1" dirty="0"/>
            </a:br>
            <a:r>
              <a:rPr lang="en-US" sz="1600" dirty="0"/>
              <a:t>File: PyQt5 GUI Application </a:t>
            </a:r>
            <a:br>
              <a:rPr lang="en-US" sz="1600" dirty="0"/>
            </a:br>
            <a:r>
              <a:rPr lang="en-US" sz="1600" dirty="0"/>
              <a:t>Purpose:</a:t>
            </a:r>
            <a:br>
              <a:rPr lang="en-US" sz="1600" dirty="0"/>
            </a:br>
            <a:r>
              <a:rPr lang="en-US" sz="1600" dirty="0"/>
              <a:t>Collect labeled training images for AI.</a:t>
            </a:r>
            <a:br>
              <a:rPr lang="en-US" sz="1600" dirty="0"/>
            </a:br>
            <a:br>
              <a:rPr lang="en-US" sz="1600" dirty="0"/>
            </a:br>
            <a:endParaRPr lang="en-IN" sz="1600" dirty="0"/>
          </a:p>
        </p:txBody>
      </p:sp>
      <p:pic>
        <p:nvPicPr>
          <p:cNvPr id="5" name="Content Placeholder 4">
            <a:extLst>
              <a:ext uri="{FF2B5EF4-FFF2-40B4-BE49-F238E27FC236}">
                <a16:creationId xmlns:a16="http://schemas.microsoft.com/office/drawing/2014/main" id="{DAB2691C-C2A1-2B55-42C9-18E6791FA630}"/>
              </a:ext>
            </a:extLst>
          </p:cNvPr>
          <p:cNvPicPr>
            <a:picLocks noGrp="1" noChangeAspect="1"/>
          </p:cNvPicPr>
          <p:nvPr>
            <p:ph idx="1"/>
          </p:nvPr>
        </p:nvPicPr>
        <p:blipFill>
          <a:blip r:embed="rId2"/>
          <a:stretch>
            <a:fillRect/>
          </a:stretch>
        </p:blipFill>
        <p:spPr>
          <a:xfrm>
            <a:off x="768349" y="1865376"/>
            <a:ext cx="7827453" cy="4791456"/>
          </a:xfrm>
          <a:prstGeom prst="rect">
            <a:avLst/>
          </a:prstGeom>
        </p:spPr>
      </p:pic>
    </p:spTree>
    <p:extLst>
      <p:ext uri="{BB962C8B-B14F-4D97-AF65-F5344CB8AC3E}">
        <p14:creationId xmlns:p14="http://schemas.microsoft.com/office/powerpoint/2010/main" val="5588052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A156B-244D-C632-4CBB-D564A58303E2}"/>
              </a:ext>
            </a:extLst>
          </p:cNvPr>
          <p:cNvSpPr>
            <a:spLocks noGrp="1"/>
          </p:cNvSpPr>
          <p:nvPr>
            <p:ph type="title"/>
          </p:nvPr>
        </p:nvSpPr>
        <p:spPr/>
        <p:txBody>
          <a:bodyPr>
            <a:normAutofit fontScale="90000"/>
          </a:bodyPr>
          <a:lstStyle/>
          <a:p>
            <a:pPr algn="ctr"/>
            <a:r>
              <a:rPr lang="en-US" sz="2700" b="1" dirty="0"/>
              <a:t>Phase 2 — Dataset Preprocessing</a:t>
            </a:r>
            <a:br>
              <a:rPr lang="en-US" sz="2700" b="1" dirty="0"/>
            </a:br>
            <a:r>
              <a:rPr lang="en-US" sz="2700" dirty="0"/>
              <a:t>Python Training Script</a:t>
            </a:r>
            <a:br>
              <a:rPr lang="en-US" sz="2700" dirty="0"/>
            </a:br>
            <a:r>
              <a:rPr lang="en-US" sz="2700" dirty="0"/>
              <a:t>Workflow</a:t>
            </a:r>
            <a:r>
              <a:rPr lang="en-US" dirty="0"/>
              <a:t>:</a:t>
            </a:r>
            <a:br>
              <a:rPr lang="en-US" dirty="0"/>
            </a:br>
            <a:endParaRPr lang="en-IN" dirty="0"/>
          </a:p>
        </p:txBody>
      </p:sp>
      <p:pic>
        <p:nvPicPr>
          <p:cNvPr id="5" name="Content Placeholder 4">
            <a:extLst>
              <a:ext uri="{FF2B5EF4-FFF2-40B4-BE49-F238E27FC236}">
                <a16:creationId xmlns:a16="http://schemas.microsoft.com/office/drawing/2014/main" id="{74D06F63-05BB-06FF-49B2-1D1BF76298B4}"/>
              </a:ext>
            </a:extLst>
          </p:cNvPr>
          <p:cNvPicPr>
            <a:picLocks noGrp="1" noChangeAspect="1"/>
          </p:cNvPicPr>
          <p:nvPr>
            <p:ph idx="1"/>
          </p:nvPr>
        </p:nvPicPr>
        <p:blipFill>
          <a:blip r:embed="rId2"/>
          <a:stretch>
            <a:fillRect/>
          </a:stretch>
        </p:blipFill>
        <p:spPr>
          <a:xfrm>
            <a:off x="484632" y="1678284"/>
            <a:ext cx="7726680" cy="5151120"/>
          </a:xfrm>
          <a:prstGeom prst="rect">
            <a:avLst/>
          </a:prstGeom>
        </p:spPr>
      </p:pic>
    </p:spTree>
    <p:extLst>
      <p:ext uri="{BB962C8B-B14F-4D97-AF65-F5344CB8AC3E}">
        <p14:creationId xmlns:p14="http://schemas.microsoft.com/office/powerpoint/2010/main" val="33710623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188FB0-AC6B-BF25-A177-46ACE03484F6}"/>
              </a:ext>
            </a:extLst>
          </p:cNvPr>
          <p:cNvSpPr>
            <a:spLocks noGrp="1"/>
          </p:cNvSpPr>
          <p:nvPr>
            <p:ph type="title"/>
          </p:nvPr>
        </p:nvSpPr>
        <p:spPr>
          <a:xfrm>
            <a:off x="1176866" y="847287"/>
            <a:ext cx="6798734" cy="981513"/>
          </a:xfrm>
        </p:spPr>
        <p:txBody>
          <a:bodyPr>
            <a:noAutofit/>
          </a:bodyPr>
          <a:lstStyle/>
          <a:p>
            <a:pPr algn="ctr"/>
            <a:r>
              <a:rPr lang="en-IN" sz="2400" b="1" dirty="0"/>
              <a:t>Phase 3 — AI Model Training</a:t>
            </a:r>
            <a:br>
              <a:rPr lang="en-IN" sz="2400" b="1" dirty="0"/>
            </a:br>
            <a:r>
              <a:rPr lang="en-IN" sz="2400" dirty="0"/>
              <a:t>Algorithm Used:</a:t>
            </a:r>
            <a:br>
              <a:rPr lang="en-IN" sz="2400" dirty="0"/>
            </a:br>
            <a:r>
              <a:rPr lang="en-IN" sz="2400" dirty="0"/>
              <a:t>MLP Classifier</a:t>
            </a:r>
            <a:br>
              <a:rPr lang="en-IN" sz="2400" dirty="0"/>
            </a:br>
            <a:r>
              <a:rPr lang="en-IN" sz="2400" dirty="0"/>
              <a:t>(Multi-Layer Perceptron Neural Network)</a:t>
            </a:r>
            <a:br>
              <a:rPr lang="en-IN" sz="2400" dirty="0"/>
            </a:br>
            <a:endParaRPr lang="en-IN" sz="2400" dirty="0"/>
          </a:p>
        </p:txBody>
      </p:sp>
      <p:pic>
        <p:nvPicPr>
          <p:cNvPr id="9" name="Content Placeholder 8">
            <a:extLst>
              <a:ext uri="{FF2B5EF4-FFF2-40B4-BE49-F238E27FC236}">
                <a16:creationId xmlns:a16="http://schemas.microsoft.com/office/drawing/2014/main" id="{2A967A62-AEBB-D26A-7959-2F0957356564}"/>
              </a:ext>
            </a:extLst>
          </p:cNvPr>
          <p:cNvPicPr>
            <a:picLocks noGrp="1" noChangeAspect="1"/>
          </p:cNvPicPr>
          <p:nvPr>
            <p:ph idx="1"/>
          </p:nvPr>
        </p:nvPicPr>
        <p:blipFill>
          <a:blip r:embed="rId2"/>
          <a:stretch>
            <a:fillRect/>
          </a:stretch>
        </p:blipFill>
        <p:spPr>
          <a:xfrm>
            <a:off x="899980" y="1776235"/>
            <a:ext cx="7344040" cy="4896027"/>
          </a:xfrm>
          <a:prstGeom prst="rect">
            <a:avLst/>
          </a:prstGeom>
        </p:spPr>
      </p:pic>
    </p:spTree>
    <p:extLst>
      <p:ext uri="{BB962C8B-B14F-4D97-AF65-F5344CB8AC3E}">
        <p14:creationId xmlns:p14="http://schemas.microsoft.com/office/powerpoint/2010/main" val="18092470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D04AAE-F73B-18E1-A835-14178734E87A}"/>
              </a:ext>
            </a:extLst>
          </p:cNvPr>
          <p:cNvSpPr>
            <a:spLocks noGrp="1"/>
          </p:cNvSpPr>
          <p:nvPr>
            <p:ph type="title"/>
          </p:nvPr>
        </p:nvSpPr>
        <p:spPr/>
        <p:txBody>
          <a:bodyPr>
            <a:normAutofit/>
          </a:bodyPr>
          <a:lstStyle/>
          <a:p>
            <a:r>
              <a:rPr lang="en-US" b="1" dirty="0"/>
              <a:t>Neural Network Workflow</a:t>
            </a:r>
            <a:br>
              <a:rPr lang="en-US" b="1" dirty="0"/>
            </a:br>
            <a:endParaRPr lang="en-IN" dirty="0"/>
          </a:p>
        </p:txBody>
      </p:sp>
      <p:graphicFrame>
        <p:nvGraphicFramePr>
          <p:cNvPr id="4" name="Content Placeholder 3">
            <a:extLst>
              <a:ext uri="{FF2B5EF4-FFF2-40B4-BE49-F238E27FC236}">
                <a16:creationId xmlns:a16="http://schemas.microsoft.com/office/drawing/2014/main" id="{0882B3A6-A3C2-086E-35B8-4B9AE8C5352A}"/>
              </a:ext>
            </a:extLst>
          </p:cNvPr>
          <p:cNvGraphicFramePr>
            <a:graphicFrameLocks noGrp="1"/>
          </p:cNvGraphicFramePr>
          <p:nvPr>
            <p:ph idx="1"/>
            <p:extLst>
              <p:ext uri="{D42A27DB-BD31-4B8C-83A1-F6EECF244321}">
                <p14:modId xmlns:p14="http://schemas.microsoft.com/office/powerpoint/2010/main" val="4014248468"/>
              </p:ext>
            </p:extLst>
          </p:nvPr>
        </p:nvGraphicFramePr>
        <p:xfrm>
          <a:off x="768096" y="1911096"/>
          <a:ext cx="7290055" cy="43982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384832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40E62-27A7-6575-C825-709DA5AFB281}"/>
              </a:ext>
            </a:extLst>
          </p:cNvPr>
          <p:cNvSpPr>
            <a:spLocks noGrp="1"/>
          </p:cNvSpPr>
          <p:nvPr>
            <p:ph type="title"/>
          </p:nvPr>
        </p:nvSpPr>
        <p:spPr>
          <a:xfrm>
            <a:off x="1176865" y="915337"/>
            <a:ext cx="6876565" cy="611459"/>
          </a:xfrm>
        </p:spPr>
        <p:txBody>
          <a:bodyPr>
            <a:normAutofit fontScale="90000"/>
          </a:bodyPr>
          <a:lstStyle/>
          <a:p>
            <a:r>
              <a:rPr lang="en-IN" dirty="0"/>
              <a:t>Real Time Workflow</a:t>
            </a:r>
          </a:p>
        </p:txBody>
      </p:sp>
      <p:pic>
        <p:nvPicPr>
          <p:cNvPr id="4" name="Content Placeholder 3">
            <a:extLst>
              <a:ext uri="{FF2B5EF4-FFF2-40B4-BE49-F238E27FC236}">
                <a16:creationId xmlns:a16="http://schemas.microsoft.com/office/drawing/2014/main" id="{E6901749-38FD-24E0-847C-02F304E667A8}"/>
              </a:ext>
            </a:extLst>
          </p:cNvPr>
          <p:cNvPicPr>
            <a:picLocks noGrp="1" noChangeAspect="1"/>
          </p:cNvPicPr>
          <p:nvPr>
            <p:ph idx="1"/>
          </p:nvPr>
        </p:nvPicPr>
        <p:blipFill>
          <a:blip r:embed="rId2"/>
          <a:stretch>
            <a:fillRect/>
          </a:stretch>
        </p:blipFill>
        <p:spPr>
          <a:xfrm>
            <a:off x="2802636" y="1435671"/>
            <a:ext cx="3538728" cy="5308093"/>
          </a:xfrm>
          <a:prstGeom prst="rect">
            <a:avLst/>
          </a:prstGeom>
        </p:spPr>
      </p:pic>
    </p:spTree>
    <p:extLst>
      <p:ext uri="{BB962C8B-B14F-4D97-AF65-F5344CB8AC3E}">
        <p14:creationId xmlns:p14="http://schemas.microsoft.com/office/powerpoint/2010/main" val="4033032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AB763D3-A88D-FC2E-48B3-12556491028B}"/>
              </a:ext>
            </a:extLst>
          </p:cNvPr>
          <p:cNvPicPr>
            <a:picLocks noChangeAspect="1"/>
          </p:cNvPicPr>
          <p:nvPr/>
        </p:nvPicPr>
        <p:blipFill>
          <a:blip r:embed="rId2"/>
          <a:stretch>
            <a:fillRect/>
          </a:stretch>
        </p:blipFill>
        <p:spPr>
          <a:xfrm>
            <a:off x="896112" y="182880"/>
            <a:ext cx="7150608" cy="6451071"/>
          </a:xfrm>
          <a:prstGeom prst="rect">
            <a:avLst/>
          </a:prstGeom>
        </p:spPr>
      </p:pic>
    </p:spTree>
    <p:extLst>
      <p:ext uri="{BB962C8B-B14F-4D97-AF65-F5344CB8AC3E}">
        <p14:creationId xmlns:p14="http://schemas.microsoft.com/office/powerpoint/2010/main" val="7169921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Thank You</a:t>
            </a:r>
          </a:p>
        </p:txBody>
      </p:sp>
      <p:sp>
        <p:nvSpPr>
          <p:cNvPr id="3" name="Subtitle 2"/>
          <p:cNvSpPr>
            <a:spLocks noGrp="1"/>
          </p:cNvSpPr>
          <p:nvPr>
            <p:ph type="subTitle" idx="1"/>
          </p:nvPr>
        </p:nvSpPr>
        <p:spPr/>
        <p:txBody>
          <a:bodyPr/>
          <a:lstStyle/>
          <a:p>
            <a:r>
              <a:rPr dirty="0"/>
              <a:t>Questions &amp; Discussion</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29F68FFC-748B-4FC3-BF39-7F84A6D5840F}"/>
    </a:ext>
  </a:extLst>
</a:theme>
</file>

<file path=docProps/app.xml><?xml version="1.0" encoding="utf-8"?>
<Properties xmlns="http://schemas.openxmlformats.org/officeDocument/2006/extended-properties" xmlns:vt="http://schemas.openxmlformats.org/officeDocument/2006/docPropsVTypes">
  <Template>Integral</Template>
  <TotalTime>100</TotalTime>
  <Words>397</Words>
  <Application>Microsoft Office PowerPoint</Application>
  <PresentationFormat>On-screen Show (4:3)</PresentationFormat>
  <Paragraphs>62</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Tw Cen MT</vt:lpstr>
      <vt:lpstr>Tw Cen MT Condensed</vt:lpstr>
      <vt:lpstr>Wingdings 3</vt:lpstr>
      <vt:lpstr>Integral</vt:lpstr>
      <vt:lpstr>AI SELF –DRIVING CAR</vt:lpstr>
      <vt:lpstr>Arduino UNO</vt:lpstr>
      <vt:lpstr>HC-05 Bluetooth Module</vt:lpstr>
      <vt:lpstr> L298N Motor Driver</vt:lpstr>
      <vt:lpstr> Pinout of L298N motor driver</vt:lpstr>
      <vt:lpstr>DC Motors</vt:lpstr>
      <vt:lpstr>Project Workflow</vt:lpstr>
      <vt:lpstr>Command Summary</vt:lpstr>
      <vt:lpstr>Applications</vt:lpstr>
      <vt:lpstr>Complete Workflow Architecture</vt:lpstr>
      <vt:lpstr>       Data Collection Workflow  File: PyQt5 GUI Application  Purpose: Collect labeled training images for AI.  </vt:lpstr>
      <vt:lpstr>Phase 2 — Dataset Preprocessing Python Training Script Workflow: </vt:lpstr>
      <vt:lpstr>Phase 3 — AI Model Training Algorithm Used: MLP Classifier (Multi-Layer Perceptron Neural Network) </vt:lpstr>
      <vt:lpstr>Neural Network Workflow </vt:lpstr>
      <vt:lpstr>Real Time Workflow</vt:lpstr>
      <vt:lpstr>PowerPoint Presentation</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LEEPIKA JALUI</dc:creator>
  <cp:keywords/>
  <dc:description>generated using python-pptx</dc:description>
  <cp:lastModifiedBy>Arunav Kishor</cp:lastModifiedBy>
  <cp:revision>5</cp:revision>
  <dcterms:created xsi:type="dcterms:W3CDTF">2013-01-27T09:14:16Z</dcterms:created>
  <dcterms:modified xsi:type="dcterms:W3CDTF">2026-05-30T07:01:34Z</dcterms:modified>
  <cp:category/>
</cp:coreProperties>
</file>